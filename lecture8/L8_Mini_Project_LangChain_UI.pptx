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AGENTIC AI FOR DEVOPS ENGINEERS  |  PHASE B  |  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Mini Project: Agent + Simple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mbria"/>
              </a:rPr>
              <a:t>L4–L7 were pieces. Today we assemble one on-call helper and click it in a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120–150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Project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8 of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1 mini-project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HANDS-ON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sentence: a working product beats a pile of demos. Next (L9): open create_agent as StateGraph.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Before you code — packages &amp;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Install from lecture8/, then keep GROQ_API_KEY 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35608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From lecture8/:  pip install -r requirements.txt   |   Put GROQ_API_KEY in .env  (Same Groq pattern as L5–L7. New today: streamlit for the browser UI.)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langchain + langchain-groq + langgraph — create_agent, tools, checkpointer (you already used these)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pydantic — IncidentTicket form (Lecture 7 idea)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streamlit — simplest beginner UI: Python file → local web page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python-dotenv — load GROQ_API_KEY from .env (never commit the real key)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Product day — understand every piece, then click in a browser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28016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0744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Beat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1325880"/>
            <a:ext cx="45720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380744"/>
            <a:ext cx="4407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we 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325880"/>
            <a:ext cx="50292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80744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Why beginners care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73352"/>
            <a:ext cx="128016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73352"/>
            <a:ext cx="45720" cy="65836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46504"/>
            <a:ext cx="11155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1673352"/>
            <a:ext cx="457200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1746504"/>
            <a:ext cx="4407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Replay L1→L7 in plain English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673352"/>
            <a:ext cx="502920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746504"/>
            <a:ext cx="4864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No assumed knowledge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331720"/>
            <a:ext cx="1280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331720"/>
            <a:ext cx="45720" cy="65836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404872"/>
            <a:ext cx="11155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331720"/>
            <a:ext cx="4572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2404872"/>
            <a:ext cx="4407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Architecture of ONE app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331720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404872"/>
            <a:ext cx="4864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See how pieces plug 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990088"/>
            <a:ext cx="128016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2990088"/>
            <a:ext cx="45720" cy="65836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063240"/>
            <a:ext cx="11155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2990088"/>
            <a:ext cx="457200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0" y="3063240"/>
            <a:ext cx="4407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Tools + light search + memory + ticket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990088"/>
            <a:ext cx="502920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063240"/>
            <a:ext cx="4864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Wire L4–L7 for real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648456"/>
            <a:ext cx="1280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3648456"/>
            <a:ext cx="45720" cy="65836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721608"/>
            <a:ext cx="11155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3648456"/>
            <a:ext cx="4572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1680" y="3721608"/>
            <a:ext cx="4407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Streamlit UI shell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3648456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721608"/>
            <a:ext cx="4864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Chat in a browser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306824"/>
            <a:ext cx="128016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4306824"/>
            <a:ext cx="45720" cy="65836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379976"/>
            <a:ext cx="11155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20240" y="4306824"/>
            <a:ext cx="457200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11680" y="4379976"/>
            <a:ext cx="44074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One mini-project + assignment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306824"/>
            <a:ext cx="502920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379976"/>
            <a:ext cx="4864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Leave with a runnable product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SECTION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The journey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We rebuild the map from Lecture 1 — assuming you forgot the jargon.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Phase A foundations — L1, L2, L3 (raw)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No LangChain yet — just ideas every agent still needs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46304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0744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Lecture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325880"/>
            <a:ext cx="420624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380744"/>
            <a:ext cx="4041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you learned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25880"/>
            <a:ext cx="484632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0744"/>
            <a:ext cx="4681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DevOps picture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73352"/>
            <a:ext cx="1463040" cy="8686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73352"/>
            <a:ext cx="45720" cy="8686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46504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L1 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673352"/>
            <a:ext cx="4206240" cy="8686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1746504"/>
            <a:ext cx="40416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Call Groq; tokens; temperature; history by resending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73352"/>
            <a:ext cx="4846320" cy="8686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46504"/>
            <a:ext cx="46817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Stateless API microservice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542032"/>
            <a:ext cx="14630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542032"/>
            <a:ext cx="45720" cy="8686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615184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L2 Embeddings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2542032"/>
            <a:ext cx="42062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2615184"/>
            <a:ext cx="40416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Meaning vectors + Chroma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542032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15184"/>
            <a:ext cx="46817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Search logs by meaning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410712"/>
            <a:ext cx="1463040" cy="8686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410712"/>
            <a:ext cx="45720" cy="8686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483864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L3 RAG scratch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410712"/>
            <a:ext cx="4206240" cy="8686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3483864"/>
            <a:ext cx="40416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Chunk → retrieve → answer + citations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410712"/>
            <a:ext cx="4846320" cy="8686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483864"/>
            <a:ext cx="46817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Show your sources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02920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13892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If those words feel fuzzy: an LLM answers text; embeddings find similar text; RAG = find snippets then answer with them.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LangChain toolkit — L4, L5, L6, L7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Four pieces. Today we stop treating them as separate homework.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46304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0744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Lecture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325880"/>
            <a:ext cx="420624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380744"/>
            <a:ext cx="4041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Piece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25880"/>
            <a:ext cx="484632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0744"/>
            <a:ext cx="4681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One-line reminder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73352"/>
            <a:ext cx="146304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7335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46504"/>
            <a:ext cx="12984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L4 LCEL/RAG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673352"/>
            <a:ext cx="420624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1746504"/>
            <a:ext cx="4041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Pipelines + framework RAG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73352"/>
            <a:ext cx="484632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46504"/>
            <a:ext cx="46817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prompt | llm | parser  (Unix pipes)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50592"/>
            <a:ext cx="14630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45059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523744"/>
            <a:ext cx="12984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L5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2450592"/>
            <a:ext cx="42062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2523744"/>
            <a:ext cx="4041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@tool + create_agent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450592"/>
            <a:ext cx="4846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23744"/>
            <a:ext cx="46817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Scheduler loop: decide → act → observe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227832"/>
            <a:ext cx="146304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22783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300984"/>
            <a:ext cx="12984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L6 Memory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227832"/>
            <a:ext cx="420624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3300984"/>
            <a:ext cx="4041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checkpointer + thread_id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227832"/>
            <a:ext cx="484632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300984"/>
            <a:ext cx="46817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Same ticket number = same chat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005072"/>
            <a:ext cx="14630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00507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078224"/>
            <a:ext cx="12984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L7 Structured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03120" y="4005072"/>
            <a:ext cx="42062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4078224"/>
            <a:ext cx="4041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Pydantic / response_format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005072"/>
            <a:ext cx="4846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078224"/>
            <a:ext cx="46817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Fill a form, not a paragraph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Why a mini-project day?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Compose the stack — don't leave containers unlinked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Until now every skill lived in a CLI demo. Real ops tools have a front door.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Analogy: you built images (L4–L7). L8 is docker-compose — one runnable stack.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Deploy day (later L16) must NOT invent UI + Docker + agent all at once. We remove that cliff today.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Success: classmate clones, sets GROQ_API_KEY, chats in a browser in ~15 minutes.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After today, LangGraph (L9) is 'open the black box' — not 'start a new product from zero'.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What / Why / How — today's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Say this three times: assemble → click → reuse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474720" cy="4206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DevOps on-call helper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Tools + light runbook search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Memory via thread_id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Optional IncidentTicket JSON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Streamlit chat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474720" cy="4206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659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Pieces → product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Browser &gt; terminal-only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Reusable shell for L16+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Softens LangGraph cliff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474720" cy="4206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659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agent.py shared brain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create_agent + InMemorySaver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app.py Streamlit chat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Groq only (ChatGroq)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SECTION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Browser → UI → agent module → Groq. One picture for the whole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One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Keep this on the whiteboard while demos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371600"/>
            <a:ext cx="10607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Browser (Streamlit chat)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      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      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app.py                    &lt;-- thin UI shell (reuse later)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      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      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agent.py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|-- tools: status / search_runbook / threshold     (L5 + tiny L4)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|-- memory: InMemorySaver + thread_id              (L6)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|-- optional: IncidentTicket response_format       (L7)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      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      v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   ChatGroq  (Groq API)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Why a shared module?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The UI must call ONE agent brain — not a copy-pasted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Bad pattern: copy-paste agent code into the UI file → two versions drift.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Good pattern: agent.py builds the agent; app.py only imports it.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Analogy: one backend service; a dashboard hits the same API.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Functions to remember: build_chat_agent(), build_ticket_agent(), ask_chat(), ask_ticket().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When L9 opens the graph, you can swap the engine behind these functions without rewriting the 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SECTION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The pieces, explained slowly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Tools, light search, memory, structured ticket — each with an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Piece 1 — Tools (from Lecture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 tool is a named, documented function the agent may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310896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0744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0" y="1325880"/>
            <a:ext cx="384048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1380744"/>
            <a:ext cx="3675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When to 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325880"/>
            <a:ext cx="3657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380744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Example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73352"/>
            <a:ext cx="310896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73352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46504"/>
            <a:ext cx="29443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check_service_status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1673352"/>
            <a:ext cx="384048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1746504"/>
            <a:ext cx="3675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Is it up / down?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673352"/>
            <a:ext cx="3657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746504"/>
            <a:ext cx="34930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Is redis running?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96312"/>
            <a:ext cx="310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496312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569464"/>
            <a:ext cx="29443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search_runbook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2496312"/>
            <a:ext cx="3840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2569464"/>
            <a:ext cx="3675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What do I do next?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496312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569464"/>
            <a:ext cx="34930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Runbook for celery-worker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319272"/>
            <a:ext cx="310896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319272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392424"/>
            <a:ext cx="29443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days_until_threshold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3319272"/>
            <a:ext cx="384048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3392424"/>
            <a:ext cx="36758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Usage math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3319272"/>
            <a:ext cx="3657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3392424"/>
            <a:ext cx="34930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70% + 2%/day → 90%?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89204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001768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Analogy (glossary): a tool ≈ a Terraform resource — name, inputs, documented behavior. The LLM calls it without reading your Python source.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Piece 2 — Light runbook search (tiny L4 idea)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job as RAG: find relevant text, then answer — kept beginner-simple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Full Lecture 4 RAG used loaders, splitters, Chroma, retrievers.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Today we use a tiny list of runbook snippets + keyword search inside a @tool.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Why? Product day focus = assemble + UI, not re-teaching vector DBs.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Analogy: grep a small runbook folder before you stand up a full search cluster.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749039"/>
            <a:ext cx="10972800" cy="20116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886199"/>
            <a:ext cx="10607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@tool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def search_runbook(query: str) -&gt; str: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# keyword match over RUNBOOK_SNIPPETS  → return top hits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Piece 3 — Memory (from Lecture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thread_id = same conversation. Different id = fresh start.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237744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607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agent = create_agent(..., checkpointer=InMemorySaver())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config = {"configurable": {"thread_id": "ticket-42"}}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agent.invoke({"messages": [{"role": "user", "content": q}]}, config)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31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Analogy: ticket #42's Slack thread keeps history; ticket #99 starts blank.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In the UI, the sidebar shows thread_id so students can SEE the memory key.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InMemorySaver resets when the Python process dies — fine for class; durable stores come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Piece 4 — Structured ticket (from Lecture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Optional mode: tools first, then fill IncidentTicket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256032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607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class IncidentTicket(BaseModel):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title: str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service_name: str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severity: Literal["low", "medium", "high", "critical"]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...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create_agent(..., response_format=IncidentTicket)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ticket = result["structured_response"]   # typed object, not a paragraph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224528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Hard rule from L7 still stands: valid structure ≠ true facts. The form can be perfect and the status still wrong if tools lied or were skipped — that is why we still call check_service_status / search_runbook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Two builders — chat vs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Do not force every chat reply into a ticket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92608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26464"/>
            <a:ext cx="2761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371600"/>
            <a:ext cx="402336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426464"/>
            <a:ext cx="3858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Final answer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371600"/>
            <a:ext cx="3657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426464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UI 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19072"/>
            <a:ext cx="292608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19072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92224"/>
            <a:ext cx="27614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build_chat_agent()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719072"/>
            <a:ext cx="402336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792224"/>
            <a:ext cx="38587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Free text (string)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719072"/>
            <a:ext cx="365760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792224"/>
            <a:ext cx="3493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Default chat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33472"/>
            <a:ext cx="29260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633472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706624"/>
            <a:ext cx="27614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build_ticket_agent()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633472"/>
            <a:ext cx="40233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706624"/>
            <a:ext cx="38587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IncidentTicket object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633472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706624"/>
            <a:ext cx="3493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Checkbox: File as ticket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840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Beginner trap: putting response_format on every message → awkward forced JSON chats.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Product pattern: normal Q&amp;A is free text; filing a ticket is an explicit mode.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SECTION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Simple UI with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You already know Python. Streamlit turns a script into a local web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What is Streamlit? (absolute beginner)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Write Python top-to-bottom — get a web UI without HTML/CSS/JS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You run: streamlit run app.py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Streamlit starts a tiny local web server and opens a page (often localhost:8501).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st.title / st.chat_input / st.sidebar = widgets. No React required today.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Analogy: a basic ops dashboard in front of an API you already trust.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Why not FastAPI+HTML today? FastAPI is great for deploy (L16). Streamlit is fastest for first click.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We still keep the agent separate — later you can point the same UI ideas at a FastAPI backend.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The reusable UI 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Chat history + thread_id + env key — keep this shape for later lectures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972800" cy="44805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37160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Sidebar: thread_id text box + New thread button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Main: show message history, then st.chat_input(...)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if prompt: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# 1) show user message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# 2) call ask_chat(...) or ask_ticket(...) with thread_id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    # 3) show assistant message (+ JSON if ticket mode)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Agents live in st.session_state so memory survives reruns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st.session_state — why beginners need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Streamlit re-runs your script on every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Every button / chat send re-executes the Python file from the top.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If you rebuild the agent every time with a NEW InMemorySaver, memory looks broken.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Fix: create chat_agent / ticket_agent once and store them in st.session_state.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Also store messages[] so the chat history redraws on screen.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Analogy: keep the same long-lived worker process; don't spawn a new empty one per click.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SECTION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One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agent.py (brain) + app.py (UI). One command to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Look at agent.py — the shared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Tools + memory + optional ticket live in ONE beginner-friendly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TOOLS: check_service_status, search_runbook, days_until_threshold.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build_chat_agent() — free-text answers with InMemorySaver + thread_id.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build_ticket_agent() — same tools, but fills IncidentTicket (L7).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ask_chat() / ask_ticket() — thin helpers the UI calls.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Teaching goal: students change the product in agent.py, not by hunting demos.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Run the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streamlit run app.py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From lecture8/: streamlit run app.py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Open the local URL Streamlit prints (usually localhost:8501).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Sidebar: thread_id + File as IncidentTicket checkbox.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This is the only run path for class — no Demo 1 / Demo 2 / Demo 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Try these three in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success criteria — one UI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1) Multi-tool: "Is redis running? If not, what does the runbook say?"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2) Memory: "Summarize what we know so far." (same thread_id)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3) Ticket mode on: "File a ticket for celery-worker" → show JSON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Classmate goal: clone → key → chat in ~15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Live success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Photograph this — if these three work, L8 succeeded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40233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1B2B"/>
                </a:solidFill>
                <a:latin typeface="Calibri"/>
              </a:rPr>
              <a:t>1. Multi-tool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One question needs status AND runbook search. Agent calls tools, then answers.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40233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1B2B"/>
                </a:solidFill>
                <a:latin typeface="Calibri"/>
              </a:rPr>
              <a:t>2.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Follow-up on the SAME thread_id uses earlier context. New thread does not.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74720" cy="40233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1B2B"/>
                </a:solidFill>
                <a:latin typeface="Calibri"/>
              </a:rPr>
              <a:t>3. Ticket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19456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Ticket mode returns IncidentTicket fields / JSON you can show on screen.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Common beginner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Name them before students hit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Forgetting .env → RuntimeError about GROQ_API_KEY.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Running Streamlit from the wrong folder so imports fail — run from lecture8/.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Rebuilding InMemorySaver on every Streamlit rerun → 'memory is broken'.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Putting response_format on normal chat → forced weird tickets every turn.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Expecting InMemorySaver to survive closing the terminal — it will not (yet).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Committing .env — never. .gitignore already blocks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Bridge to Lecture 9 — open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You have a working LangChain product. Now we look inside create_agent.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create_agent already compiles a graph for you (decide → tools → decide…).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L9 introduces LangGraph StateGraph explicitly: nodes, edges, state schema.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Mental model: today the car drives; tomorrow we open the engine bay.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Your UI shell stays. The engine behind agent.py can evolve.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0"/>
            <a:ext cx="10972800" cy="15544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251960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Today:  create_agent(...)          # comfortable black box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L9:     StateGraph(...).compile()  # same idea, visible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Cheat sheet — photograph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Commands and builders for the mini-project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972800" cy="45720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371600"/>
            <a:ext cx="10607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Setup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pip install -r requirements.txt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.env → GROQ_API_KEY=...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ONE command — the mini-project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streamlit run app.py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Builders (agent.py)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build_chat_agent() / ask_chat(agent, thread_id, q)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build_ticket_agent() / ask_ticket(agent, thread_id, 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Assignment (coding, not run-and-note)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See assignment/ASSIGNMENT.md — submit your own .py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Task 1: add one new @tool and ask a question that needs it.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Task 2: prove thread A remembers and thread B does not.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Task 3: copy app.py and make one visible tweak.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Do not edit agent.py / app.py for the assignment. Do not share your API key.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Where this product goes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L8 is the reusable shell for the rest of the series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201168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0744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Later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325880"/>
            <a:ext cx="859536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380744"/>
            <a:ext cx="8430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changes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73352"/>
            <a:ext cx="201168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7335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46504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L9–L12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673352"/>
            <a:ext cx="859536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746504"/>
            <a:ext cx="84307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Replace/extend engine with explicit LangGraph patterns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2011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5059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23744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L13–L15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450592"/>
            <a:ext cx="85953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523744"/>
            <a:ext cx="84307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Observe &amp; evaluate the same agent loops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27832"/>
            <a:ext cx="201168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2783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300984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227832"/>
            <a:ext cx="859536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3300984"/>
            <a:ext cx="84307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Deploy — UI already exists; focus on FastAPI + Docker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05072"/>
            <a:ext cx="2011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00507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78224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Capstone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4005072"/>
            <a:ext cx="85953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4078224"/>
            <a:ext cx="84307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Evolve this lineage — don't invent a third 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L1–L7 built skills; L8 assembles a DevOps on-call product + browser UI.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Shared module agent.py = tools + light search + memory + optional ticket.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Streamlit is a thin shell: chat, thread_id, ticket mode — reusable later.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Success = multi-tool + remembered follow-up + ticket JSON in the UI.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Next (L9): open create_agent as an explicit LangGraph StateGraph.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mbria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Pieces became a product. Next lecture we open the hood under create_agent.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