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SERIES  |  PHASE C  |  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HITL +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L10's tool loop never stops for a human. Today: pause for approval, save the checkpoint, resume — and survive a restart.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90–120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11 of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L10 = loop · L11 = human gate + durable pause · L12 =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you'll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Five outcomes — each tied to a workplace use case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Why HITL after L10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Tool loops are powerful — side-effects need a human gate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Two pause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interrupt_before vs interrupt() + Command(resume)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Checkpointers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91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InMemory (class) → Sqlite (restart) → Postgres (same API)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79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1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thread_id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6051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Which expense claim / IT ticket the pause belongs to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82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09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Tools + HITL 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29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Why create_agent alone is not enough for approvals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idea at a time — every idea has a client-project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Strong bridge from L10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Uninterrupted ReAct → why we open the graph for gates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HITL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Pause, save, decide, resume — with expense / IT / HR examples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1 — gate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interrupt_before on an expense claim (no tools)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49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2 — tools +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L10 loop, then interrupt before submit/close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3 — durability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SqliteSaver: pause → restart → Command(resume)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Before you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2 needs GROQ_API_KEY — Demo 1 and Demo 3 are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926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0607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cd Agentic-AI-Series/lecture11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copy demos/.env.example → demos/.env  (Demo 2 only)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demos/demo_1_interrupt_before.py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demos/demo_2_interrupt_resume.py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demos/demo_3_sqlite_persistence.py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68172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New package: langgraph-checkpoint-sqlite. HITL always needs a checkpointer — a pause must land somewhere (like a ticket thread).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Bridge from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The tool loop works. Today we add a human gate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path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Five lectures, one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011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89611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80744"/>
            <a:ext cx="8796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OWNED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201168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673352"/>
            <a:ext cx="896112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746504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Fixed LCEL chain — prompt → model → 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67712"/>
            <a:ext cx="2011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40864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L5–L8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267712"/>
            <a:ext cx="8961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340864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+ tools — product FAQ / helper bots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62072"/>
            <a:ext cx="201168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86207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35224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862072"/>
            <a:ext cx="896112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935224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StateGraph wiring — ticket / expense / HR form 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56432"/>
            <a:ext cx="2011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45643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29584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456432"/>
            <a:ext cx="8961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529584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Tools in that graph — MessagesState + ReAct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50792"/>
            <a:ext cx="201168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5079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23944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050792"/>
            <a:ext cx="896112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4123944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Human pause + durable checkpoints on that loop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001768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L10 answered: "Is T-100 open? Can I expense $750?" Today we add: "Do not submit to finance / close the ticket until a manager clicks Approve."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L10 gave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An uninterrupted Reason → Act → Observe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23774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START -&gt; agent --(tool_calls?)--&gt; tools -&gt; agent -&gt; ... 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   \----------------------&gt;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L10 stops when the model is done answering.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There is no manager Approve button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MessagesState + bind_tools + ToolNode + tools_condition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Themes: HR leave, IT ticket lookup, expense policy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create_agent automated the same loop — L10 made every wire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gap L10 leaves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Lookups are safe. Side-effects need a human.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USUALLY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NEEDS A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lookup_ticket("T-100")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close_ticket("T-100")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1343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8658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expense_policy(750)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1343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38658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submit_claim_to_finance(750)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2666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get_leave_balance("E101")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95351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02666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write_leave_to_payroll(18 days)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9359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Read-only FAQ answers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59359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66674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Grant VPN / admin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Reading policy is fine. Sending money, closing tickets, or granting access should pause for a human — that pause is Human-in-the-Loop (HITL).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L10 opened StateGraph (for today)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Approvals need a visible node you can pause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create_agent is excellent for standard lookup / FAQ agents.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Custom approvals need a node in the flowchart you can gate.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L10 made the loop visible. L11 puts interrupt / resume on that loop.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Without an open graph, "pause before submit" is hard to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15968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Client next quarter: "Always ask a manager before queuing expenses over $500." That is not a prompt trick — it is a hard gate on a submit node in a StateGraph you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HITL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Pause · save · decide · resume — with workplace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Human-in-the-Loop (HITL)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hard pause — not a soft suggestion in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The graph stops. State is saved in a checkpointer.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 human reviews a draft / preview / question payload.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The human decides: approve, reject, or send a value back.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The graph resumes on the same thread_id from the checkpoint.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15968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Expense claim for Alex Chen, $750 travel. Graph drafts the claim, pauses, manager sees the draft, clicks Approve — only then does submit_to_finance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Client-style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HR / IT / expense family as L9–L10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Expense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Draft claim → gate →
finance submit.
Demo 1 + Demo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IT access /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 lookup first →
pause before close or
grant access. Demo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HR leave &gt; N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If leave request is
over policy days →
HR must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86460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International-friendly rule: anytime an agent would change money, access, or HR records, put a human gate before the write.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Two ways to pause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Before a node vs inside a node — both need a checkpointer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STYLE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325880"/>
            <a:ext cx="38404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80744"/>
            <a:ext cx="3675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WHEN IT STOPS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25880"/>
            <a:ext cx="34747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38074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HOW YOU RESUME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657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7335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46504"/>
            <a:ext cx="3493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interrupt_before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73352"/>
            <a:ext cx="38404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46504"/>
            <a:ext cx="3675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Before named node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73352"/>
            <a:ext cx="34747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46504"/>
            <a:ext cx="3310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invoke(None, config)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87752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8775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60904"/>
            <a:ext cx="3493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interrupt()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587752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660904"/>
            <a:ext cx="3675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Inside a node + payload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87752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660904"/>
            <a:ext cx="3310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Command(resume=value)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33088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Demo 1: interrupt_before=["submit_to_finance"] — clean gate. Demo 2–3: interrupt({"question": ...}) — pause with a question; Command(resume="approve") feeds the human answer 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interrupt_before — gate before a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Compile-time list of dangerous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 = builder.compile(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checkpointer=InMemorySaver(),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interrupt_before=["submit_to_finance"],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graph.invoke(start, config)   # runs draft, then PAUSES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graph.invoke(None, config)    # resume same thread_id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Think of a pipeline manual gate: steps before the gate run; the "submit to finance" step waits for Approve.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interrupt() + Command(resume)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Pause inside a node — resume value becomes the human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2918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def submit_or_close(state):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decision = interrupt({"question": "Approve submit?"})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# decision = whatever you pass to Command(resume=...)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graph.invoke(Command(resume="approve"), config)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956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Like an Approve / Reject ticket. The payload is what the human sees; the resume value is what the node receives as the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Checkpointer ladder (same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Only the storage backend changes — not your graph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004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SAVER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4114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38074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4650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InMemorySaver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67335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74650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ships with langgraph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673352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74650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class / unit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50592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2374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SqliteSaver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450592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52374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langgraph-checkpoint-sqlite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450592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52374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one machine, survive restart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27832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00984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PostgresSaver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22783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30098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langgraph-checkpoint-postgres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227832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3300984"/>
            <a:ext cx="3950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multi-worker production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590288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Analogy: sticky note on your desk (RAM) → notebook file (Sqlite) → shared company database (Postgres). Same checkpointer= knob.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thread_id — which pause is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checkpoint stream per claim / ticket /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607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config = {"configurable": {"thread_id": "expense-claim-101"}}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graph.invoke(start, config)                 # pause here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graph.invoke(Command(resume="approve"), config)  # same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Different thread_id = different claim — do not mix them.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After a restart, the same thread_id finds the saved pause (with Sqlite).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You already saw thread_id with memory / checkpointers in earlier lectures.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23036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expense-claim-101 for Alex's $750 trip. it-access-55 for a VPN grant. Each has its own pause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When create_agent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Still use it for FAQ bots — open the graph for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create_agent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OPEN StateGraph + HITL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Leave balance FAQ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Pause before payroll write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1343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8658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Ticket status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1343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38658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Pause before close / escalate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5029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2666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Expense policy question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953512"/>
            <a:ext cx="5943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02666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Pause before finance submit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93592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Fast standard tool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593592"/>
            <a:ext cx="5943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666744"/>
            <a:ext cx="5779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Custom approve / reject paths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Rule of thumb: if the product is "answer a question," create_agent. If the product is "do something irreversible after approval," hand StateGraph + interrupt + checkpointer.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1 — gate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Expense claim: interrupt_before + InMemorySaver (no tools).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overview — expense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demo_1_interrupt_before.py — offline, no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Graph: draft_claim → submit_to_finance → done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Compile with interrupt_before=["submit_to_finance"]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First invoke pauses; get_state(...).next shows the gated node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Second invoke(None, config) resumes same thread_id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49884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Alex Chen, $750 client travel. Draft is built. Finance submit waits. Manager approves → submitted becomes True. Learn the gate before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— code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Straight line + one compile-time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40233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builder.add_edge(START, "draft_claim")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builder.add_edge("draft_claim", "submit_to_finance")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builder.add_edge("submit_to_finance", "done")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graph = builder.compile(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checkpointer=InMemorySaver(),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interrupt_before=["submit_to_finance"],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2 — tools +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L10 ReAct loop, then interrupt before submit/close.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2 overview — IT + expense +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demo_2_interrupt_resume.py — needs GROQ_API_KEY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Same tools as L10: lookup_ticket + expense_policy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MessagesState agent ↔ tools loop (Reason → Act → Observe)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When no tool_calls → route to submit_or_close (not plain END)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submit_or_close calls interrupt(); resume with Command(resume=...)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Approve path and reject path (two thread_ids)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"Look up T-100 and expense policy for $750, then prepare to submit." Tools run first. Human gate last. That is L10 + L11 connectivity.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2 map — L10 loop with a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Done no longer means END — it means submit_or_close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32918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START -&gt; agent --(tool_calls?)--&gt; tools -&gt; agent -&gt;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   --(no tool_calls)--&gt; [interrupt] submit_or_close 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L10: no tool_calls 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L11: no tool_calls -&gt; gated submit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01768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This is why create_agent alone struggles for approvals: you need that visible submit node and a checkpointer-backed interrupt.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teach tools + HITL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1 isolated the gate; Demo 2 puts it on a real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Lookups stay automatic (fast, safe).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Writes / submits wait for a human (safe, auditable).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Students see L10 skills still matter — HITL is not a new track.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Product pattern: agent gathers facts → manager approves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49884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IT desk bot looks up VPN ticket status with tools, drafts a close action, pauses. Only after Approve does close happen. Same pattern for HR leave over policy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3 — durability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SqliteSaver: pause → fake crash → resume same thread_id.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3 overview — survive restart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demo_3_sqlite_persistence.py —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Same expense / IT story: expense-claim-101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A — interrupt mid-flight; write checkpoints.sqlite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B — close connection (fake crash); new graph; same file + thread_id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Resume with Command(resume="approve") — notes recovered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C — Postgres mentioned: same checkpointer=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Manager laptop sleeps while a claim waits. Morning: reopen the app, same thread_id, Approve — Sqlite kept the pause. InMemorySaver would have lost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3 proof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Durability is a file + a thread_id — not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1. prepare_claim writes notes to state.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2. wait_for_manager calls interrupt(...) — graph pauses.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3. Close the Sqlite connection (process "dies").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4. New Python process / new graph object / same DB file.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5. get_state shows the same next node and recovered notes.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6. Command(resume="approve") finishes submit_or_skip.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Cheat sheet +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Remember the knobs — then build a small gate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knobs you will reuse in L12+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5720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325880"/>
            <a:ext cx="6400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380744"/>
            <a:ext cx="6236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45720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Gate before a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673352"/>
            <a:ext cx="64008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4650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interrupt_before=["submit_..."]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21992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2199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Gate inside a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221992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9514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interrupt(payload)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45720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7063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4378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Resume after interrupt()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770632"/>
            <a:ext cx="64008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84378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Command(resume=...)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19272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31927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9242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Resume after interrupt_before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319272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39242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invoke(None, config)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67912"/>
            <a:ext cx="45720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4106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Survive restart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867912"/>
            <a:ext cx="64008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94106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SqliteSaver + same thread_id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16552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1655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89704"/>
            <a:ext cx="4407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Multi-worker prod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416552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489704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PostgresSaver — same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assignment/ASSIGNMENT.md — ~25–40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1 — interrupt_before on draft_claim → submit_to_finance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2 — interrupt + approve/reject paths (stretch: add one tool)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Task 3 (optional) — Sqlite pause / restart /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Keep HR / IT / expense themes. Do not edit the demos — write new scripts under lecture11/assignment/.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Looking ahead — 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durable agent → a supervised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Supervisor routes to specialist agents (research / write / review).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Same checkpointer + thread ideas still apply.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•  Soft intro to fan-out patterns — not a cliff into map-reduce.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Today one agent drafts and waits for approval. Next: a small team that collaborates, with the supervisor choosing who 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L10 loop answers; L11 pauses before irreversible actions.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interrupt_before vs interrupt() + Command(resume) — both need checkpointers.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InMemory → Sqlite → Postgres: same API, better durability.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thread_id = the claim / ticket identity across pause and restart.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Tools + HITL together explain why we opened StateGraph in L10.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create_agent for FAQ; hand graph for approvals.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Don't let an agent submit expenses, close tickets, or grant access without a human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