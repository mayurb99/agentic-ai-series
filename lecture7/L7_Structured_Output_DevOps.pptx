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Teach the LLM to fill a form (a schema) instead of writing a paragraph — so your Python code can use .field_name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7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 sentence: valid structure is NOT the same as true facts. L4 chain → L5 tools → L6 memory → L7 typed answers.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Before you code — packages &amp;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Install from lecture7/, then keep GROQ_API_KEY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35608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From lecture7/:  pip install -r requirements.txt   |   Put GROQ_API_KEY in demos/.env  (Same Groq pattern as L5/L6. New today: instructor + raw groq SDK.)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langchain + langchain-groq — same as Lectures 5–6; create_agent already inside langchain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pydantic — define forms (schemas) in Python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instructor + groq — structured output without LangChain (Demo 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python-dotenv — load GROQ_API_KEY from demos/.env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Part 0 needs no API key. All other parts need GROQ_API_KEY.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If you only remember three ideas: form → validate → use in code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L4 → L5 → L6 → L7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Fixed chain → tools (free text) → memory → typed forms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Why free-text breaks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Fragile JSON, then JSON vs dict vs Pydantic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Schema / validation /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Valid ≠ true — write this down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49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Pydantic + LangChain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with_structured_output, instructor, create_agent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45152"/>
            <a:ext cx="3840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B2B"/>
                </a:solidFill>
                <a:latin typeface="Cambria"/>
              </a:rPr>
              <a:t>Retry A/B/C + 3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When validation fails — then run Demo 1 → 2 →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Where we are: L4 → L5 → L6 → L7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Nothing magical disappeared — we only change the answer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828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9304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234440"/>
            <a:ext cx="49377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289304"/>
            <a:ext cx="4773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234440"/>
            <a:ext cx="43891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289304"/>
            <a:ext cx="4224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CAME 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81912"/>
            <a:ext cx="1828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55064"/>
            <a:ext cx="1664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L4 LCEL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581912"/>
            <a:ext cx="49377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655064"/>
            <a:ext cx="4773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Fixed pipe: prompt | llm | parser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581912"/>
            <a:ext cx="4389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65506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 free-text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59152"/>
            <a:ext cx="1828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3591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432304"/>
            <a:ext cx="1664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L5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359152"/>
            <a:ext cx="4937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432304"/>
            <a:ext cx="4773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create_agent + @tool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359152"/>
            <a:ext cx="4389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43230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Still a free-text string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36392"/>
            <a:ext cx="18288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363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09544"/>
            <a:ext cx="1664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L6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136392"/>
            <a:ext cx="49377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0" y="3209544"/>
            <a:ext cx="4773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agent + checkpointer /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136392"/>
            <a:ext cx="4389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20954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Still a free-text string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13632"/>
            <a:ext cx="1828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9136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86784"/>
            <a:ext cx="16642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L7 Today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913632"/>
            <a:ext cx="4937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3986784"/>
            <a:ext cx="47731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Force a typed final answer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3913632"/>
            <a:ext cx="4389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398678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A Pydantic object with fields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02920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138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Everyday analogy: until now the model wrote you a letter. Today we give it a form with labeled boxes (service_name, replicas, …) and ask it to fill the boxes.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What / Why / How — say this out 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Three plain sentences. No jargon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Structured output means: the model returns a Python object with named fields (like result.replicas), not a long paragraph you have to scrape.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Your code needs to insert rows, call APIs, or build configs. Fields are reliable. Paragraphs break when wording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15087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011680"/>
            <a:ext cx="3246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You define a schema (a Pydantic class). Then you tell LangChain / instructor / create_agent: fill THIS schema. Validation checks the answer before your code uses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A real problem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Imagine you ask: extract service, environment, and replica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User says: "Deploy payment-service to prod with 5 replicas, needs review."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You hope the model returns clean machine data you can plug into a deploy script.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If you only say "reply as JSON", you often get creative writing around the 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91840"/>
            <a:ext cx="10972800" cy="22860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429000"/>
            <a:ext cx="10607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Sure! Here is the JSON: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{"service_name": "payment-service", "replicas": "5", ...}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Let me know if you need anything else!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Why “just ask for JSON” is fragile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These failures show up constantly in real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34747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3310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GOES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234440"/>
            <a:ext cx="7498079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289304"/>
            <a:ext cx="7333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WHY YOUR CODE BREAKS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81912"/>
            <a:ext cx="347472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8191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55064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Extra words around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81912"/>
            <a:ext cx="7498079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655064"/>
            <a:ext cx="73334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json.loads fails on the whole 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67712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26771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40864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Wrong quotes / trailing commas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267712"/>
            <a:ext cx="7498079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340864"/>
            <a:ext cx="73334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Not valid JSON — parser crashes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53512"/>
            <a:ext cx="347472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95351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26664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Wrong type ("5" instead of 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953512"/>
            <a:ext cx="7498079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026664"/>
            <a:ext cx="73334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Later math or APIs blow 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639312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63931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12464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Missing field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639312"/>
            <a:ext cx="7498079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712464"/>
            <a:ext cx="73334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KeyError, or silent None that fails later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325112"/>
            <a:ext cx="3474720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325112"/>
            <a:ext cx="45720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98264"/>
            <a:ext cx="3310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Looks fine, wrong meaning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4325112"/>
            <a:ext cx="7498079" cy="685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4398264"/>
            <a:ext cx="733348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Shape may pass — facts can still be wrong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1  · 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JSON · dict · Pydantic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Slow down here. These three layers unlock the rest of the lecture.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Three layers beginners mix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Name the layer before you write code that depends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5603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9304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234440"/>
            <a:ext cx="4297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289304"/>
            <a:ext cx="4133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IT IS (plain English)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4297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89304"/>
            <a:ext cx="4133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TINY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81912"/>
            <a:ext cx="256032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45720" cy="9601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55064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JSON 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581912"/>
            <a:ext cx="429768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5506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Characters in a text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581912"/>
            <a:ext cx="429768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65506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 = '{"replicas": 5}'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2560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42032"/>
            <a:ext cx="45720" cy="9601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15184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Python 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542032"/>
            <a:ext cx="4297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61518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Loaded object; keys work; no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542032"/>
            <a:ext cx="42976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1518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d["replicas"]  → 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02152"/>
            <a:ext cx="256032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02152"/>
            <a:ext cx="45720" cy="9601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75304"/>
            <a:ext cx="23957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Pydantic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502152"/>
            <a:ext cx="429768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57530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Typed object + rules checked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502152"/>
            <a:ext cx="4297680" cy="960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575304"/>
            <a:ext cx="41330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obj.replicas  →  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463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560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Only the third layer gives you attribute access AND automatic type/rule checks. json.loads alone does not enforce your business contract.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Same data, three forms (Demo 1 Part 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 LangChain here — pure Python + Pydantic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3891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1) JSON string  — type is str. You cannot do .replicas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s = '{"service_name": "payment-service", "replicas": 5}'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2) Python dict — keys work, but nothing checks the shape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d = json.loads(s)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print(d["replicas"])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3) Pydantic model — schema + validation → typed object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obj = DeploymentRequest.model_validate(d)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print(obj.replicas)   # guaranteed int if validation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Schema vs validation vs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Write this down — the most important slide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43560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The form / contract. Field names, types, allowed values (dev|staging|prod), and short descriptions for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6148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Checking one answer against that form. Wrong type or forbidden value → fail early (before your deploy script runs).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08736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Whether the values are factually correct in the real world. Schemas do NOT prove truth. A valid object can still be wrong.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Valid structure ≠ true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 schema-valid object can still contain nonsense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301752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lying_but_valid = 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"service_name": "payment-service",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"environment": "prod", "replicas": 5,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"requires_approval": True,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"reason": "the moon is made of cheese",  # nonsense!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obj = DeploymentRequest.model_validate(lying_but_valid)  # PASSES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636008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Pydantic checked SHAPE and TYPES. It did not check truth. Structured output is a boundary for your code — not a truth oracle. Same idea as API request validation: shape OK ≠ data 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2  ·  PYDANTIC (SLOW)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How to write 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class, fields, types, Field(description=), Literal, and one validator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Pydantic basics — a class is a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BaseModel + Field(description=...) — descriptions are hints for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972800" cy="36576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25880"/>
            <a:ext cx="10607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pydantic import BaseModel, Field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typing import Literal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class DeploymentRequest(BaseModel):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service_name: str = Field(description="Name of the service")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environment: Literal["dev", "staging", "prod"]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replicas: int = Field(description="How many copies to run")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reason: str = Field(description="One short sentence: why deploy")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1389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Each field is a labeled box. Descriptions help the model. Literal is a hard rule — "production" fails; only the three values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Literal + @field_validator + hints vs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Descriptions hint. Types constrain. Validators enforce business rules.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972800" cy="21945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25880"/>
            <a:ext cx="10607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@field_validator("error_rate_increase_percent")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@classmethod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def must_be_non_negative(cls, v: int) -&gt; int: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if v &lt; 0: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    raise ValueError("report 0 if rate went down — never a negative increase")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return v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66160"/>
            <a:ext cx="38404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621024"/>
            <a:ext cx="3675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3566160"/>
            <a:ext cx="71323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621024"/>
            <a:ext cx="6967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IT ACTUALLY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913632"/>
            <a:ext cx="384048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91363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86784"/>
            <a:ext cx="3675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Field(description=...)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913632"/>
            <a:ext cx="713232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986784"/>
            <a:ext cx="6967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Soft hint to the model — guidance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07992"/>
            <a:ext cx="3840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0799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3675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Type hints / Literal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507992"/>
            <a:ext cx="7132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581144"/>
            <a:ext cx="6967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Shape constraint — enforced on validate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02352"/>
            <a:ext cx="384048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102352"/>
            <a:ext cx="4572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75504"/>
            <a:ext cx="3675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@field_validator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5102352"/>
            <a:ext cx="7132320" cy="594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175504"/>
            <a:ext cx="6967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Custom business rules types cannot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3  ·  LANGCHAIN + OTHER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Old parser vs with_structured_output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Then instructor, then create_agent response_format (L5 link)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Old way vs new way (one comparison)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1 Part A vs Part B — same schema, different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25603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9304"/>
            <a:ext cx="2395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234440"/>
            <a:ext cx="429768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289304"/>
            <a:ext cx="4133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OLD: PydanticOutputParser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234440"/>
            <a:ext cx="43891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289304"/>
            <a:ext cx="4224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NEW: with_structured_output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81912"/>
            <a:ext cx="25603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55064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581912"/>
            <a:ext cx="4297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655064"/>
            <a:ext cx="4133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Tell the model how to write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581912"/>
            <a:ext cx="4389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5506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Force the model to fill a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359152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35915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32304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Mechanism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359152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432304"/>
            <a:ext cx="4133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Prompt text + parse afterward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359152"/>
            <a:ext cx="4389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43230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Tool call / structured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36392"/>
            <a:ext cx="25603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13639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9544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Failure mode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3136392"/>
            <a:ext cx="429768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3209544"/>
            <a:ext cx="4133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Prose wrappers, bad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3136392"/>
            <a:ext cx="43891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320954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Raises if args fail schema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13632"/>
            <a:ext cx="25603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Use today?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913632"/>
            <a:ext cx="42976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986784"/>
            <a:ext cx="4133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Only if model has no tools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3913632"/>
            <a:ext cx="4389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986784"/>
            <a:ext cx="4224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Default for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The modern one-liner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This is the default pattern you should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23774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structured_llm = llm.with_structured_output(DeploymentRequest)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result = structured_llm.invoke(request_text)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500" b="0">
                <a:solidFill>
                  <a:srgbClr val="CADCFC"/>
                </a:solidFill>
                <a:latin typeface="Courier New"/>
              </a:rPr>
              <a:t>print(result.service_name, result.replicas)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No separate .parse() step. result is already a DeploymentRequest.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Under the hood this reuses tool calling from Lecture 5 — one mandatory "tool" whose args are your fields.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You can still do prompt | structured_llm when you need system rules or few-shot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instructor — same idea without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Useful when a service talks to the raw OpenAI/Groq/Anthropic SDK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32004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import instructor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groq import Groq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client = instructor.from_groq(Groq(), mode=instructor.Mode.JSON)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report = client.chat.completions.create(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model="openai/gpt-oss-120b",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response_model=IncidentReport,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messages=[...],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97280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81888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Mental model: wrap the raw client, then pass response_model=YourSchema. Demo 2 has zero LangChain imports on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L5 connection: create_agent + response_format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create_agent as Lecture 5 — today the final answer can be a typed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097280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25880"/>
            <a:ext cx="10607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langchain.agents import create_agent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agent = create_agent(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model=llm,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tools=[],                  # or real tools from L5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response_format=DeploymentRequest,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obj = agent.invoke(...)["structured_response"]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636008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Plain English: the agent may call tools first (optional — L5 loop). When it finishes, it must fill your schema. Read result["structured_response"], not message text. Demo 1 Part C shows this in a few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When to use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Pick the simplest tool that fits the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32004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9304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IF YOU NEED…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234440"/>
            <a:ext cx="420624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289304"/>
            <a:ext cx="4041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234440"/>
            <a:ext cx="41148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289304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581912"/>
            <a:ext cx="32004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55064"/>
            <a:ext cx="3035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A chat / explanation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581912"/>
            <a:ext cx="420624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655064"/>
            <a:ext cx="40416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Plain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581912"/>
            <a:ext cx="41148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655064"/>
            <a:ext cx="3950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Free text is fine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04872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0487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78024"/>
            <a:ext cx="3035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One extract into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404872"/>
            <a:ext cx="4206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478024"/>
            <a:ext cx="40416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with_structured_output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404872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478024"/>
            <a:ext cx="3950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One call, typed object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27832"/>
            <a:ext cx="32004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22783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00984"/>
            <a:ext cx="3035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Tools then typed finish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227832"/>
            <a:ext cx="420624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300984"/>
            <a:ext cx="40416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create_agent + response_format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227832"/>
            <a:ext cx="4114800" cy="8229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300984"/>
            <a:ext cx="3950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Decide, then fill 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050792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050792"/>
            <a:ext cx="4572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123944"/>
            <a:ext cx="30358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No LangChain in that 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4050792"/>
            <a:ext cx="4206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123944"/>
            <a:ext cx="40416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instructor + raw SDK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050792"/>
            <a:ext cx="41148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123944"/>
            <a:ext cx="3950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Portable across vendors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PART 4  · 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When validation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Catch the error, show it to the model, ask again — with a max.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Retry in plain English + three options (A / B /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Manual vs auto ≠ LangChain vs raw — you can do either on either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1. Call with schema → 2. If validation fails, take the error → 3. Ask again with the error → 4. Stop after N 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834640"/>
            <a:ext cx="11887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88950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2834640"/>
            <a:ext cx="31089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889504"/>
            <a:ext cx="2944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2834640"/>
            <a:ext cx="68580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889504"/>
            <a:ext cx="6693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HOW RETRY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82112"/>
            <a:ext cx="118872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18211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4"/>
            <a:ext cx="1024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182112"/>
            <a:ext cx="310896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25526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LangChain (manual)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182112"/>
            <a:ext cx="68580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255264"/>
            <a:ext cx="6693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try/except → feed ValidationError into the next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913632"/>
            <a:ext cx="1188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91363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86784"/>
            <a:ext cx="1024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3913632"/>
            <a:ext cx="3108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398678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instructor (auto, raw)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913632"/>
            <a:ext cx="6858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86784"/>
            <a:ext cx="6693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max_retries=N on .create() — library loops for you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645152"/>
            <a:ext cx="118872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645152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18304"/>
            <a:ext cx="1024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4645152"/>
            <a:ext cx="310896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91640" y="471830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LangChain (auto)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645152"/>
            <a:ext cx="68580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718304"/>
            <a:ext cx="6693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.with_retry(...) — may NOT paste error text into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map — three short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Each demo teaches one idea. Keep comments and ASCII prints simple.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207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280160"/>
            <a:ext cx="530352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335024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280160"/>
            <a:ext cx="4480560" cy="347472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335024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YOU LEARN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1371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2763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0784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27632"/>
            <a:ext cx="53035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700784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demo_1_structured_output_basics.py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627632"/>
            <a:ext cx="448056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700784"/>
            <a:ext cx="4315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Layers + old vs new + tiny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1371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4203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15184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542032"/>
            <a:ext cx="5303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615184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demo_2_instructor_framework_agnostic.py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542032"/>
            <a:ext cx="44805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615184"/>
            <a:ext cx="4315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idea, zero LangChain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56432"/>
            <a:ext cx="137160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56432"/>
            <a:ext cx="45720" cy="914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29584"/>
            <a:ext cx="12070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456432"/>
            <a:ext cx="530352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529584"/>
            <a:ext cx="51389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demo_3_retry_and_validation.py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456432"/>
            <a:ext cx="448056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3529584"/>
            <a:ext cx="4315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Validators + retry loops A/B/C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463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95604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Hard line (say twice): Manual vs automatic retry is NOT the same as LangChain vs raw. Parts A and C are both LangChain; Part B is the raw/instructor path.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Demo walkthroughs — what students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1 foundation → Demo 2 portable → Demo 3 engineered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Part 0 (offline): messy JSON → dict → model_validate → moon cheese (valid ≠ true).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Part A: old parser — if it fails live, that is the teaching point.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Part B: with_structured_output → type(result) is DeploymentRequest.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Part C: create_agent(..., response_format=...) → structured_response (L5 link).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2: open the file — zero LangChain imports. from_groq + response_model=.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3: source says rates dropped — predict attempt 1 fail; A/B/C show three retry stacks.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Common beginner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before you run 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1. Thinking "reply as JSON" is enough — it is not reliable.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2. Putting a business rule only in Field(description=...) — use a validator.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3. Unlimited retries — always set a max.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4. Believing schema-valid means factually correct — structure ≠ truth.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5. Using a full agent when one with_structured_output call would do.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6. Scraping message text when result["structured_response"] already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Cheat sheet — photograph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lines that cover the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297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106070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Foundation: JSON str → dict → Pydantic   (valid != true)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obj = Schema.model_validate(data)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LangChain one-shot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llm.with_structured_output(Schema).invoke(text)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Agent (from L5)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create_agent(..., response_format=Schema)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result["structured_response"]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No LangChain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instructor.from_groq(...).create(response_model=Schema, max_retries=3)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1B2B"/>
                </a:solidFill>
                <a:latin typeface="Cambria"/>
              </a:rPr>
              <a:t>Homework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Pick one level. Reflection is useful for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Easy: Add one Literal field to DeploymentRequest and re-run Demo 1 Part 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Medium: Add a @field_validator that rejects replicas &gt; 20; show a retry.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Hard: Give Demo 1 Part C one real @tool (e.g. lookup owner), then still finish structured.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Reflection (all): write three sentences — schema vs validation vs truth — in your own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L4 chain → L5 tools → L6 memory → L7 typed output — answers become machine-usable.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JSON string ≠ dict ≠ Pydantic model — only the last is typed and validated.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Schema/validation check shape; truth is still your job (valid ≠ true).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Default: with_structured_output. Agent path: response_format=. Portable: instructor.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Validators + retries when business rules matter — always set a max.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•  Same create_agent as L5 — today it can finish by filling a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Structured output is a form the model must fill — so your code gets fields, not fragile paragraphs.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