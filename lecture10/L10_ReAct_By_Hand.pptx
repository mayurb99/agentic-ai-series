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AGENTIC AI SERIES  |  PHASE C  |  LECTURE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ReAct Loop — Built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L9: you drew the graph. Today: put tools back in — Reason → Act → Observe. This is what create_agent automated.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10 of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 demos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sentence: L9 = wiring · L10 = tools in that wiring · create_agent = this loop automated.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you'll learn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Five outcomes — each tied to a real client-project use case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See the hidden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Reason → Act → Observe is what create_agent ran for you in L5–L8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MessagesState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Chat transcript as graph state — like an HR Slack thread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4495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718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bind_tools vs ToolNode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91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Request a tool vs actually run it (leave balance lookup)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840479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13631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4047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tools_condition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6051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idea as L9 expense router — branch on tool_calls vs done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8231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09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Choose the right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292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Standard FAQ → create_agent; custom gates → hand StateGraph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idea at a time — every idea has a client-project example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Bridge from L8–L9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Product agent → graph wiring → tools back in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ReAct in plain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Reason → Act → Observe with HR / IT / expense stories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Demo 1 — pieces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46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MessagesState + bind_tools + ToolNode (leave balance once)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49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Demo 2 — full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Ticket + expense policy with tools_condition + stream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4515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720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Demo 3 — 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Hand graph vs create_agent — same question, two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Before you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All three demos need GROQ_API_KEY in demos/.env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9260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06070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cd Agentic-AI-Series/lecture10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pip install -r requirements.txt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# copy demos/.env.example → demos/.env and set GROQ_API_KEY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python demos/demo_1_messages_and_toolnode.py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python demos/demo_2_manual_react_loop.py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CADCFC"/>
                </a:solidFill>
                <a:latin typeface="Courier New"/>
              </a:rPr>
              <a:t>python demos/demo_3_compare_create_agent.py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68172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Same Groq key you used in L8 / L9 Demo 3. If demos/.env is missing, copy the example file and paste your key from console.groq.com/keys.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Bridge from L8–L9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You already shipped create_agent. You already drew a StateGraph. Today tools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story, still 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Carry this from L9 — do not muddy LangChain vs 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LangChain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create_agent lives here.
You import it from
langchain.agents.
This is what you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LangGraph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Under the hood, LangChain 1.x
uses LangGraph to run the
agent loop: state, steps,
and tool bounces.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Today (L10)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You rebuild that tool loop
by hand: MessagesState,
ToolNode, tools_condition.
Same engine — visible wires.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5488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86460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L8 HR/on-call bot: answer is the product → create_agent. L9 expense gate: flowchart is the product → StateGraph. L10: the standard tool loop as a flowchart you can see — so L11 can add human pauses on top.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path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Three lectures, one mental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0116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25880"/>
            <a:ext cx="89611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380744"/>
            <a:ext cx="8796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YOU OWNED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201168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L5–L8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673352"/>
            <a:ext cx="89611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746504"/>
            <a:ext cx="8796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create_agent + tools — product agent (FAQ, on-call helper, UI)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2011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5059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23744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450592"/>
            <a:ext cx="8961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523744"/>
            <a:ext cx="8796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StateGraph wiring — state, nodes, edges, routers (tools paused)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27832"/>
            <a:ext cx="201168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2783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00984"/>
            <a:ext cx="1847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227832"/>
            <a:ext cx="89611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300984"/>
            <a:ext cx="8796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Tools back in — MessagesState + ToolNode + tools_condition = ReAct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07408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Think of L9 as learning to draw a flowchart for IT ticket intake or expense approval. L10 is putting the "call HR API / call ticket API" steps into that flowchart and looping until the model is done asking for tools.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Desk rule (unchanged)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Answer is the product vs flowchart is the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CHOOSE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325880"/>
            <a:ext cx="7315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380744"/>
            <a:ext cx="7150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create_agent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73352"/>
            <a:ext cx="73152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46504"/>
            <a:ext cx="7150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Standard tool agent — HR leave FAQ, ticket status lookup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5059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2374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Hand StateGraph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450592"/>
            <a:ext cx="7315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523744"/>
            <a:ext cx="7150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Custom gates, HITL (L11), multi-agent (L12), odd branches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27832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2783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00984"/>
            <a:ext cx="3493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Never (teaching)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227832"/>
            <a:ext cx="73152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300984"/>
            <a:ext cx="7150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Legacy AgentExecutor as the main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07408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"How many leave days for E101?" → create_agent is enough. "Leave &gt; 5 days must wait for manager, then notify payroll" → open StateGraph (you will add interrupt in L11). Knowing both paths is the point of L10.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ReAct in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Reason → Act → Observe → loop until the model stops asking for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create_agent automated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ASCII map — memorize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3108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10607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START -&gt; agent --(tool_calls?)--&gt; tools -&gt; agent -&gt; ... 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              \----------------------&gt; END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agent  = LLM with bind_tools   (Reason)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tools  = ToolNode(tools)       (Act)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messages += ToolMessage        (Observe)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loop until no tool_calls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18888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Employee asks: "Is ticket T-100 open, and can I expense $750?" Agent reasons → calls lookup_ticket → observes → calls expense_policy → observes → answers. That bounce is ReAct.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Client-project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Say these once — same themes as L9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AI PIECE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325880"/>
            <a:ext cx="7315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380744"/>
            <a:ext cx="7150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CLIENT 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3657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3493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ReAct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73352"/>
            <a:ext cx="7315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46504"/>
            <a:ext cx="7150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Ask → look something up → read result → decide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13432"/>
            <a:ext cx="3657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86584"/>
            <a:ext cx="3493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MessagesState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313432"/>
            <a:ext cx="7315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386584"/>
            <a:ext cx="7150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The chat thread on the HR / IT ticket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53512"/>
            <a:ext cx="3657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5351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26664"/>
            <a:ext cx="3493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bind_tools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953512"/>
            <a:ext cx="7315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026664"/>
            <a:ext cx="7150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Model may request a lookup (does not run it yet)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93592"/>
            <a:ext cx="3657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9359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66744"/>
            <a:ext cx="3493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ToolNode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593592"/>
            <a:ext cx="7315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666744"/>
            <a:ext cx="7150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Actually runs get_leave_balance / lookup_ticket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33672"/>
            <a:ext cx="36576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33672"/>
            <a:ext cx="4572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06824"/>
            <a:ext cx="3493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tools_condition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233672"/>
            <a:ext cx="731520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306824"/>
            <a:ext cx="7150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More lookups needed? or done? (like L9 amount router)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L9 router vs tools_condition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skill — different predicate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L9 (expense Demo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325880"/>
            <a:ext cx="5943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380744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L10 (tools_condition)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50292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4864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Branch on amount &lt;= 500?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73352"/>
            <a:ext cx="5943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46504"/>
            <a:ext cx="5779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Branch on last AI has tool_calls?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96312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9631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9464"/>
            <a:ext cx="4864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auto_approve vs manager_review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496312"/>
            <a:ext cx="5943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569464"/>
            <a:ext cx="5779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"tools" node vs 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19272"/>
            <a:ext cx="50292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1927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92424"/>
            <a:ext cx="4864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You wrote the router function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319272"/>
            <a:ext cx="5943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392424"/>
            <a:ext cx="5779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Prebuilt helper does the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544568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In L9 the business rule was dollars. In L10 the rule is: did the model ask for a tool? If yes, run ToolNode and loop. If no, finish. You already know conditional edges — today the condition is tool_calls.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Demo 1 — pieces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MessagesState + bind_tools + ToolNode — no loop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MessagesState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Ready-made chat state for tool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L9 used a custom TypedDict (ticket form / expense form).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MessagesState is a ready-made TypedDict with a messages list.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Each node appends Human / AI / Tool messages — like a Slack thread.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This is the natural state shape for ReAct tool loops.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15968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HR chat: Human "leave balance for E101?" → AI requests get_leave_balance → Tool returns "14 days remaining" → AI replies in plain English. All of that lives in state["messages"].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bind_tools vs ToolNode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Request vs execute — do not confuse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PIECE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325880"/>
            <a:ext cx="7315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380744"/>
            <a:ext cx="7150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3657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@tool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73352"/>
            <a:ext cx="73152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46504"/>
            <a:ext cx="7150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Declare name + args + behavior (fake HR / IT lookup is fine)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96312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9631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9464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llm.bind_tools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496312"/>
            <a:ext cx="7315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569464"/>
            <a:ext cx="7150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Model may emit tool_calls — a REQUEST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19272"/>
            <a:ext cx="3657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1927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92424"/>
            <a:ext cx="34930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ToolNode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319272"/>
            <a:ext cx="73152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392424"/>
            <a:ext cx="7150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Actually run the Python functions — the 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544568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Demo 1 asks: "leave balance for E101?" The model requests get_leave_balance. ToolNode runs the fake dict lookup and returns a ToolMessage. Demo 2 will wire request + execute into a loop.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1 — HR leave lookup (pieces)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demo_1_messages_and_toolnode.py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A — print a MessagesState with one HumanMessage.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B — bind_tools + invoke → see tool_calls (request).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PART C — tiny START → tools → END graph runs ToolNode once.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No loop yet — that is intentional. Pieces first, then Demo 2 wires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Client story matches L9 HR theme: employee leave balance. Fake payroll directory for E101 / E202 — classroom-safe, no real PII.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Demo 2 — full ReAct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Four wiring lines — then stream the agent ↔ tools bounce.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four wiring lines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Copy this into muscle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36576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10607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builder.add_node('agent', agent_node)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builder.add_node('tools', ToolNode(TOOLS))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builder.add_edge(START, 'agent')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builder.add_conditional_edges('agent', tools_condition)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builder.add_edge('tools', 'agent')  # observe → reason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321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That last edge is the loop. Without tools → agent, you get one Act and stop.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2 — IT ticket + expense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demo_2_manual_react_loop.py — watch .stream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Tools: lookup_ticket (IT) + expense_policy (echoes L9 $500 rule).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Question needs both facts → expect multiple agent ↔ tools bounces.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stream_mode="updates" shows each node as it finishes (L9 Demo 3 skill).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Final AI message with no tool_calls → tools_condition routes to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"Look up ticket T-100. Also tell me the expense policy for a $750 claim." T-100 is open (VPN). $750 needs manager review. Two tools, one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Demo 3 — compare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Same leave question. Hand graph vs create_agent.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Same job, two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3 —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A) HAND StateGraph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325880"/>
            <a:ext cx="5943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380744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B) create_agent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502920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4864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You add agent + tools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73352"/>
            <a:ext cx="594360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46504"/>
            <a:ext cx="5779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LangChain builds the 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59152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591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32304"/>
            <a:ext cx="4864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You wire tools_condition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359152"/>
            <a:ext cx="594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432304"/>
            <a:ext cx="5779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Import from langchain.agents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44952"/>
            <a:ext cx="502920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18104"/>
            <a:ext cx="4864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Every bounce is visible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044952"/>
            <a:ext cx="594360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118104"/>
            <a:ext cx="5779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Same engine under the hood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30752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3075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03904"/>
            <a:ext cx="4864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Best for custom gates later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730752"/>
            <a:ext cx="594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803904"/>
            <a:ext cx="5779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Best for standard tool agents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818888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Question: "leave balance for E101?" Both paths should call get_leave_balance and answer in one short sentence. Difference is who drew the wires.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When to use which (honest)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 now understand both — pick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Ship a leave-balance FAQ or ticket-status bot → create_agent.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Need manager approval mid-loop, durable restart, or multi-agent → hand StateGraph.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L10 is not "throw away create_agent" — it is "see what it automated."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L11 starts from this visible loop and adds interrupt / checkpoints.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Client asks for "standard HR bot this sprint" → create_agent. Same client next quarter: "pause before payroll write" → keep the hand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Keep this for the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8074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325880"/>
            <a:ext cx="73152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380744"/>
            <a:ext cx="7150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73352"/>
            <a:ext cx="36576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7335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Chat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73352"/>
            <a:ext cx="73152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46504"/>
            <a:ext cx="7150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MessagesState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21992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2199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9514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Reason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221992"/>
            <a:ext cx="7315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295144"/>
            <a:ext cx="7150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llm.bind_tools + agent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70632"/>
            <a:ext cx="36576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7063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4378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770632"/>
            <a:ext cx="73152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843784"/>
            <a:ext cx="7150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ToolNode(tools)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19272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31927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9242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Route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319272"/>
            <a:ext cx="7315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392424"/>
            <a:ext cx="7150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tools_condition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67912"/>
            <a:ext cx="36576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6791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4106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Loop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867912"/>
            <a:ext cx="7315200" cy="5486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941064"/>
            <a:ext cx="7150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edge tools →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16552"/>
            <a:ext cx="3657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16552"/>
            <a:ext cx="45720" cy="5486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8970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Managed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416552"/>
            <a:ext cx="7315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489704"/>
            <a:ext cx="7150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create_agent (LangChain API)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assignment/ASSIGNMENT.md — ~25–35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Task 1 — one workplace @tool + ToolNode once (print ToolMessage).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Task 2 — mini ReAct graph with tools_condition + tools → agent.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Task 3 (optional) — 5–8 lines: when create_agent vs hand graph.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Write new files under assignment/ — do not edit the demos.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Use HR / IT / expense fake lookups — same style as demos. Import get_llm from demos/_client via sys.path (see ASSIGNMENT.md).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Looking ahead — Lecture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Pauses + durable checkpoints on this same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Loop works when uninterrupted — next we add change-control gates.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interrupt_before / interrupt + Command(resume).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InMemory → Sqlite → Postgres (same checkpointer API).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You need today's visible ReAct graph before HITL makes sense.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8646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Example: </a:t>
            </a:r>
            <a:r>
              <a:rPr sz="1300" b="0">
                <a:solidFill>
                  <a:srgbClr val="0E1B2B"/>
                </a:solidFill>
                <a:latin typeface="Calibri"/>
              </a:rPr>
              <a:t>Expense &gt; $500 already routes to manager_review in L9. L11 makes that pause real: the graph stops, a human approves, then it resumes.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•  L9 = graph wiring. L10 = tools in that wiring (manual ReAct).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•  bind_tools requests · ToolNode executes · tools_condition routes.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•  create_agent is a LangChain API; LangGraph is the engine — both still true.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•  Standard tool agent → create_agent. Custom gates → hand StateGraph.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•  Next: HITL + persistence (L11).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Same loop as L5–L8 — today every wire is visible.
L9 you owned the nodes. L10 you put tools into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