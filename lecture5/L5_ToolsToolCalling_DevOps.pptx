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AGENTIC AI FOR DEVOPS ENGINEERS  |  PHASE 1  |  LECTURE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Tools &amp; Tool Calling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From L4's fixed pipe (prompt | llm) to tools the model can call — and create_agent, which runs the decide → call → observe loop for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90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DURATION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65760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41148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TRACK (DevOps Edition)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65760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5 of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1148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65760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3 demos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11480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HANDS-ON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92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Beginner focus today: L4 chain vs L5 agent, bind_tools vs create_agent, and when to use each. AgentExecutor is legacy — create_agent is the 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Before you code — packages &amp; 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Install from lecture5/, then keep GROQ_API_KEY ready for all three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72800" cy="7772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From lecture5/:  pip install -r requirements.txt   |   Put GROQ_API_KEY in demos/.env  (All three demos need Groq. No Chroma / RAG packages in this lecture.)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langchain — @tool (via langchain_core) and create_agent (LangChain 1.x / LangGraph)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langchain-groq — ChatGroq for bind_tools (Demo 1) and create_agent (Demos 2–3)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langchain-community + wikipedia / duckduckgo-search — Demo 2 built-in tools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python-dotenv — load GROQ_API_KEY from demos/.env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Two helpers in demos/: get_llm() for Demo 1; get_agent_llm() for Demos 2–3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Demo 2 catches network flakes — Wikipedia + calculator are the reliable class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Connectivity first — then tools, then agents, then three demos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3716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L4 chain → L5 tools (recap)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916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Fixed pipe vs a path that can loop through tools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94560"/>
            <a:ext cx="457200" cy="45720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1945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Where did the chain go?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146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system_prompt + human message + optional tools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17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What is a tool + @tool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375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Name, docstring, type hints → schema the LLM reads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404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bind_tools vs create_agent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160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 1 you run once; Demos 2–3 the loop runs itself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457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634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When to use what + 3 demos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9834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Comparison table, then custom → builtins → DevOps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CONNECTIVITY  |  SLIDES 5–9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Recap: L4 chain vs L5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Last lecture: always the same path. Today: the model may take a side trip.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L4 = fixed pipe. L5 = the path can loop.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model. Different wiring. This is the whole mental model for today.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LECTURE 4 — LCEL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Always the same path. No branching.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5176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72491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1.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923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ChatPromptTemplate formats messages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50215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2.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7647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ChatGroq answers once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20624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27939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3.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537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StrOutputParser → plain string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7160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LECTURE 5 — TOOLS /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116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Model may call a tool, then continue.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265176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5120" y="272491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1. Question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99923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System rules + user question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342900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0" y="350215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2. LLM decides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77647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Answer now? Or call a tool?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420624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75120" y="4279392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3. Tool side step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5537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Run function → feed result back → maybe again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In plain English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If you remember only one sentence from this section, remember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11880" cy="36576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L4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154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prompt | llm | parser
Always: format → call model → parse.
Like a CI job with fixed stages.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17320"/>
            <a:ext cx="3611880" cy="36576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L5 tool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286000"/>
            <a:ext cx="3154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Model may say: "run this function."
You (or create_agent) run it,
then the model sees the real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417320"/>
            <a:ext cx="3611880" cy="36576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16459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L5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3154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That decide → run → observe
can happen more than once
until the model is ready to answer.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0352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" y="54406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Example: "Is celery down? If so, what do I do?" needs status THEN runbook — a fixed L4 pipe cannot choose that second step by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Where did ChatPromptTemplate / the chain go?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Nothing magical disappeared — the same jobs moved to different knobs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365760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3493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L4 CHAIN PIECE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60520" y="1325880"/>
            <a:ext cx="3749039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51960" y="1389888"/>
            <a:ext cx="35844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L5 AGENT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9559" y="1325880"/>
            <a:ext cx="3749039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00999" y="1389888"/>
            <a:ext cx="35844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WHAT IT STILL MEANS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576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1755648"/>
            <a:ext cx="34747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ChatPromptTemplate
system message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691640"/>
            <a:ext cx="37490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175564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system_prompt= on
create_agent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59" y="1691640"/>
            <a:ext cx="37490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7" y="175564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Rules / personality / when to use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8880"/>
            <a:ext cx="36576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46888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532888"/>
            <a:ext cx="34747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Human message
(user question)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2468880"/>
            <a:ext cx="37490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0248" y="253288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messages: role=user
(or HumanMessage)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59" y="2468880"/>
            <a:ext cx="37490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19287" y="253288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The question you ask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46120"/>
            <a:ext cx="36576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24612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" y="3310128"/>
            <a:ext cx="34747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llm in the pipe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3246120"/>
            <a:ext cx="37490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70248" y="331012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model=llm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59" y="3246120"/>
            <a:ext cx="37490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19287" y="331012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Still ChatGroq — same idea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023360"/>
            <a:ext cx="36576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402336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" y="4087368"/>
            <a:ext cx="34747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Fixed next step
in the | pipe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4023360"/>
            <a:ext cx="37490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70248" y="408736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Optional tool call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59" y="4023360"/>
            <a:ext cx="37490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19287" y="4087368"/>
            <a:ext cx="35661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Side step — not a fixed chain stage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THEORY  |  SLIDES 10–14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What is a tool?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A name, a description, and a typed argument schema — that is the whole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Three things, and only three things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The LLM never sees your function body — only these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Strip away the library: a LangChain tool is a name, a plain-English description, and typed args. The description IS the API contract.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00" cy="306324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130552"/>
            <a:ext cx="10561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@tool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def check_service_status(service_name: str) -&gt; str: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"""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Check whether a service is currently running.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Use this whenever the user asks if a service is up, down, or healthy.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Supported services: nginx, redis, postgres.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"""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...  # body is private — LLM never reads this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12080"/>
            <a:ext cx="1097280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3492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Read the docstring out loud as if you were the LLM. That is genuinely the entire interface.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@tool + docstring + type hints = tool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No separate schema file. Demo 1 prints what the LLM actually sees.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@tool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Decorator wraps your Python function so LangChain can advertise it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1732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docstring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28600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Becomes the description. Say WHAT it does AND WHEN to use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41732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0" y="16459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A33D"/>
                </a:solidFill>
                <a:latin typeface="Cambria"/>
              </a:rPr>
              <a:t>type hints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Become the argument schema (str, float, …). Missing types = vague args.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736592"/>
            <a:ext cx="10744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# Tiny shape from Demo 1 — no parameters at all: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@tool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def get_current_datetime() -&gt; str: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CADCFC"/>
                </a:solidFill>
                <a:latin typeface="Courier New"/>
              </a:rPr>
              <a:t>    """Get the current date and time. Use when the user asks about today/now."""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The description is the whole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Vague text → tool never called, or called for the wrong job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10972800" cy="228600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490472"/>
            <a:ext cx="10561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BAD:  "Checks stuff."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GOOD: "Check whether a service is currently running — use this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       whenever the user asks if a service is up, down, or healthy."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Tell the model WHAT it does AND WHEN to reach for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Demo 1 STEP 1 prints name / description / parameters — read them aloud in class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Treat the docstring like a Terraform variable description for another team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Overlapping descriptions → wrong tool choices (common create_agent "bug")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Built-in / community tools vs YOUR custom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Reuse when someone already published it. Write @tool when it is YOUR system.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320040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3035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KIND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703320" y="1325880"/>
            <a:ext cx="3977639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94760" y="1389888"/>
            <a:ext cx="38130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EXAMPLES IN THIS LECTURE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59" y="1325880"/>
            <a:ext cx="3977639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399" y="1389888"/>
            <a:ext cx="38130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WHEN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2004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1755648"/>
            <a:ext cx="30175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Built-in /
community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1691640"/>
            <a:ext cx="39776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13048" y="175564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Wikipedia, DuckDuckGo
(Demo 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59" y="1691640"/>
            <a:ext cx="39776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90687" y="175564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Search / wiki / common APIs
someone already wrapped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8880"/>
            <a:ext cx="32004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46888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532888"/>
            <a:ext cx="30175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Custom @tool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2468880"/>
            <a:ext cx="39776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13048" y="253288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datetime, days-between,
service status (Demo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59" y="2468880"/>
            <a:ext cx="39776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90687" y="253288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Teaching the schema +
your smallest examples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46120"/>
            <a:ext cx="32004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24612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" y="3310128"/>
            <a:ext cx="30175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Custom DevOps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3246120"/>
            <a:ext cx="39776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13048" y="331012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status, runbook,
threshold (Demo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59" y="3246120"/>
            <a:ext cx="3977639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90687" y="331012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YOUR nginx, YOUR runbook,
YOUR disk math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023360"/>
            <a:ext cx="32004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02920" y="402336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" y="4087368"/>
            <a:ext cx="30175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Local helper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4023360"/>
            <a:ext cx="39776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13048" y="408736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calculator in Demo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80959" y="4023360"/>
            <a:ext cx="3977639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90687" y="4087368"/>
            <a:ext cx="3794759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E1B2B"/>
                </a:solidFill>
                <a:latin typeface="Calibri"/>
              </a:rPr>
              <a:t>Always-on even if
network flakes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2120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4088" y="5349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Same create_agent API either way. The difference is where the tool came from — import vs @tool on your function.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THEORY  |  SLIDES 15–17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bind_tools + .invoke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LLM chooses a tool. YOU run it once. Demo 1 teaches the raw mechanism.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What bind_tools does (Demo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Attach tool schemas to the model. One .invoke. You still execute the function.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72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1. Bind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210312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llm.bind_tools(ALL_TOOLS)
model learns the menu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41732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02152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2.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210312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invoke([System, Human])
model may request a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3. You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10312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tool.invoke(args)
YOU call the function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1417320"/>
            <a:ext cx="2788920" cy="24688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54312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4. 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210312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Demo 1 prints the result.
No automatic second round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60520"/>
            <a:ext cx="11155680" cy="16459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29768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WHAT: Advertise tools to the LLM.
WHY: See the decision clearly — which tool, which args — without a full agent framework.
HOW: Demo 1 loops four questions; for each, bind_tools + invoke + optional tool.invoke.
LIMIT: If the answer needs a SECOND tool (status → runbook), YOU must write that loop yourself.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Tiny code matching demo_1_custom_tools.py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This is the raw mechanism create_agent will automate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55680" cy="365760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44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llm_with_tools = llm.bind_tools(ALL_TOOLS)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tool_by_name = {t.name: t for t in ALL_TOOLS}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response = llm_with_tools.invoke(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[SystemMessage(content=SYSTEM_PROMPT), HumanMessage(content=question)]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if response.tool_calls: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for call in response.tool_calls: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    result = tool_by_name[call['name']].invoke(call['args'])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    # Demo 1 prints result — it does NOT feed it back for a second LLM turn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2120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5349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Question "What is 2 + 2?" should call no tool — proves the model can still answer directly.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THEORY  |  SLIDES 18–21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create_agent: the full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question → LLM → tool? → run → feed back → decide again → final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The decide → call → observe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create_agent (LangChain 1.x / LangGraph) runs this until the model stops requesting tools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463040"/>
            <a:ext cx="2194560" cy="2011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9768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mbria"/>
              </a:rPr>
              <a:t>User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2148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messages with
role=user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48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463040"/>
            <a:ext cx="2194560" cy="2011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61488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mbria"/>
              </a:rPr>
              <a:t>LLM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1488" y="2148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answer OR
request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48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2194560" cy="2011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93208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mbria"/>
              </a:rPr>
              <a:t>Run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2148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real function
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148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1463040"/>
            <a:ext cx="2194560" cy="2011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24927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mbria"/>
              </a:rPr>
              <a:t>Feed 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2148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tool message
to the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148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1B2B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1463040"/>
            <a:ext cx="2194560" cy="2011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56648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mbria"/>
              </a:rPr>
              <a:t>Final answer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2148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no more
tool calls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Arrow back from "Feed back" to "LLM decides" is the multi-step magic.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Demos 2–3 use run_verbose() so you SEE each tool chosen, each result, then FINAL ANSWER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Under the hood the graph alternates model ↔ tools nodes (_verbose.py explains this)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You declare tools + system_prompt; you do not write the while-loop yourself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Tiny code matching Demos 2 and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API for built-ins (Demo 2) and custom DevOps tools (Demo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55680" cy="31089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44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from langchain.agents import create_agent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agent = create_agent(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model=llm,                 # get_agent_llm() in demos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tools=TOOLS,               # builtins and/or @tool functions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    system_prompt=SYSTEM_PROMPT,  # same job as L4 system message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then: agent.stream({"messages": [{"role": "user", "content": q}]})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70916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484632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Bridge to tell students: bind_tools showed ONE decision. create_agent keeps going when the first tool result implies a second call. That is why we switch for Demos 2–3.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Why Demo 3 needs create_agent (status then runbook)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Scenario 2: second tool depends on the first result — bind_tools alone is not enough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155680" cy="11887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Question: "Check whether celery-worker is running. If it is stopped, look up the runbook and tell me what to 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017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Call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52044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check_service_status
→ STOPPED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83464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3592" y="3017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Decide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352044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Model reads that
result — still not 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83464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3017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Call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352044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lookup_runbook
→ restart steps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834640"/>
            <a:ext cx="2788920" cy="210312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45752" y="3017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Final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5752" y="352044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Short answer with
runbook guidance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20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53492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We never wrote if status==stopped: lookup_runbook(). create_agent's loop produced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When to use what (CRITICAL)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Memorize this table — it answers every "which pattern?" question in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76072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44168"/>
            <a:ext cx="5596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SITUATION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344168"/>
            <a:ext cx="5321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USE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576072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55778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RAG / fixed pipeline (always same steps)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48640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7648" y="1709928"/>
            <a:ext cx="53035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L4 chain: prompt | llm (| parser)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04288"/>
            <a:ext cx="57607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304288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368296"/>
            <a:ext cx="55778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One tool call — teaching / debugging the choice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04288"/>
            <a:ext cx="54864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27648" y="2368296"/>
            <a:ext cx="53035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bind_tools + manual invoke (Demo 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62656"/>
            <a:ext cx="576072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2962656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3026664"/>
            <a:ext cx="55778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Multi-step tool use / agent behavior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62656"/>
            <a:ext cx="548640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3026664"/>
            <a:ext cx="53035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create_agent (Demos 2–3)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21024"/>
            <a:ext cx="57607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621024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3685032"/>
            <a:ext cx="55778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Built-in search / wiki / calc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621024"/>
            <a:ext cx="54864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7648" y="3685032"/>
            <a:ext cx="53035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Demo 2 pattern: community tools + create_agent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79392"/>
            <a:ext cx="576072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" y="4279392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4343400"/>
            <a:ext cx="55778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Your own DevOps functions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279392"/>
            <a:ext cx="548640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27648" y="4343400"/>
            <a:ext cx="53035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@tool + create_agent (Demo 3)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53492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Wrong default: wrapping a fixed RAG pipeline in create_agent "just because." If the path never needs a tool, stay on the L4 chain.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Same table, with concrete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Say these out loud so beginners can map "my task" → "which API"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73152" cy="7315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"Answer from this runbook PDF every time"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L4 RAG chain — retrieve then prompt | 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73152" cy="7315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"Show me which tool the model picks for 'is redis up?'"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bind_tools + print tool_calls (Demo 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2926080"/>
            <a:ext cx="73152" cy="7315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99923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"If redis is down, also fetch the runbook"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create_agent — second call depends on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4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3749040"/>
            <a:ext cx="73152" cy="7315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82219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"Who invented the WWW?" / "15 × 24"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 2 — Wikipedia + calculator via create_agent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7200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4572000"/>
            <a:ext cx="73152" cy="73152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645152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"Disk at 72%, growth 1.5%/day — when 90%?"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Demo 3 @tool days_until_threshold +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bind_tools vs create_agent —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The exact gap create_agent closes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440680" cy="4297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440680" cy="429768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bind_tools() — YOU RUN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LLM only decides which tool + args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0896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You invoke the tool yourself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shot in Demo 1 — no auto second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Great for teaching the raw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mbria"/>
              </a:rPr>
              <a:t>create_agent — THE LOOP RUNS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Decide → call → observe → decide again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Fully automatic for as many steps as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4048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Demo 3 Scenario 2 needs two dependent calls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892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Default for real multi-step DevOps helpers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Two practical notes before demos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Model size matters for loops. AgentExecutor is legacy — do not teach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25880"/>
            <a:ext cx="11155680" cy="201168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90472"/>
            <a:ext cx="10744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get_llm()        -&gt; llama-3.1-8b-instant   # Demo 1 bind_tools one-shot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get_agent_llm()  -&gt; openai/gpt-oss-120b     # Demos 2–3 create_agent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# Multi-step agents need a model that knows when to STOP calling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Small models can keep calling tools with made-up args after they already have enough info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Always test agentic behavior on the real model before trusting a demo or production path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Old tutorials: AgentExecutor + create_tool_calling_agent — legacy as of LangChain 1.0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Taught path from this lecture forward: create_agent(model=..., tools=..., system_prompt=...)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libri"/>
              </a:rPr>
              <a:t>3 DEMOS  |  CUSTOM → BUILTINS → DEVOPS AGENT  (NO RAG)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mbria"/>
              </a:rPr>
              <a:t>From Theory to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Watch what students see: schemas → one-shot bind_tools → full agent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7947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mbria"/>
              </a:rPr>
              <a:t>01  demo_1_custom_tools.py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1772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@tool + schemas + bind_tools. You run the tool 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7947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3977639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mbria"/>
              </a:rPr>
              <a:t>02  demo_2_builtin_tools_agent.py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61772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Wikipedia / DuckDuckGo + calculator via create_agent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79476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6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3977639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mbria"/>
              </a:rPr>
              <a:t>03  demo_3_devops_agent.py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61772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ADCFC"/>
                </a:solidFill>
                <a:latin typeface="Calibri"/>
              </a:rPr>
              <a:t>create_agent + 3 DevOps tools. Multi-step required.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Demo 1 — what students will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python demos/demo_1_custom_tools.py   |   Needs GROQ_API_KEY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STEP 1 — Tool schemas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get_current_datetime — no params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calculate_days_between — date1, date2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check_service_status — service_name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Point at description: "would a vaguer doc still get called?"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STEP 2 — bind_tools choosing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Q1 today → get_current_datetime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Q2 days between dates → calculate_days_between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Q3 is redis running? → check_service_status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Q4 2+2 → no tool (direct answer)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Print: tool chosen, args, tool result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Recap line: "YOU still run the tool once"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Demo 2 — what students will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python demos/demo_2_builtin_tools_agent.py   |   create_agent + builtins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71600"/>
            <a:ext cx="278892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STEP 1–2 Load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514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Wikipedia loads (OK).
DuckDuckGo may skip.
calculator always there.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78892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15544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STEP 3 Build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2514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create_agent(model,
tools, system_prompt)
"Agent ready."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278892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Q1 WWW inventor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2514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Expected: Wikipedia
Watch: Tool chosen →
result → FINAL ANSWER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1371600"/>
            <a:ext cx="2788920" cy="3200400"/>
          </a:xfrm>
          <a:prstGeom prst="roundRect">
            <a:avLst>
              <a:gd name="adj" fmla="val 8000"/>
            </a:avLst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155448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A33D"/>
                </a:solidFill>
                <a:latin typeface="Cambria"/>
              </a:rPr>
              <a:t>Q2 15 × 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514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Expected: calculator
Same verbose loop
via run_verbose()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4632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98348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If DuckDuckGo flakes: expected. Prefer Wikipedia + calculator in class. try/except keeps the wiring visible — do not treat network errors as a failed lesson.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Demo 3 — what students will see (required)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python demos/demo_3_devops_agent.py   |   Multi-step DevOps helper — NO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19456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44168"/>
            <a:ext cx="2029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280160"/>
            <a:ext cx="502920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1344168"/>
            <a:ext cx="4864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QUESTION (SHORT)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280160"/>
            <a:ext cx="393192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0" y="1344168"/>
            <a:ext cx="3767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WHAT TO POINT AT 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219456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709928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S1 Threshold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645920"/>
            <a:ext cx="50292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61488" y="1709928"/>
            <a:ext cx="48463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Disk 72%, +1.5%/day → 90%?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645920"/>
            <a:ext cx="393192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90688" y="1709928"/>
            <a:ext cx="3749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One tool: days_until_threshold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23160"/>
            <a:ext cx="219456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8" y="2487168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S2 Status→runbook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423160"/>
            <a:ext cx="50292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61488" y="2487168"/>
            <a:ext cx="48463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celery-worker down? If so, runbook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423160"/>
            <a:ext cx="3931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90688" y="2487168"/>
            <a:ext cx="3749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TWO tools; second depends on first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00400"/>
            <a:ext cx="219456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3200400"/>
            <a:ext cx="45720" cy="77724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3264408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S3 Multi-service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51760" y="3200400"/>
            <a:ext cx="502920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61488" y="3264408"/>
            <a:ext cx="48463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Check nginx and redis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3200400"/>
            <a:ext cx="3931920" cy="7772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90688" y="3264408"/>
            <a:ext cx="3749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Same tool called more than once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297680"/>
            <a:ext cx="11247120" cy="155448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4434840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Protect time for Scenario 2. Verbose output shows: (1) check_service_status → STOPPED, (2) lookup_runbook → restart guidance, (3) FINAL ANSWER. Uses get_agent_llm() (larger model). Runbook is a plain dict — not a vector store.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Common mistakes beginners make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Read before demos — and again after Scenario 2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307592"/>
            <a:ext cx="411480" cy="41148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411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3444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Vague tool description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544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The description is the ENTIRE interface the LLM sees. Write WHEN to call it.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176272"/>
            <a:ext cx="411480" cy="41148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411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10312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Using create_agent for a fixed RAG pipe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231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If every question follows retrieve → prompt → answer, stay on L4 chain.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44952"/>
            <a:ext cx="411480" cy="41148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136392"/>
            <a:ext cx="411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97180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Stopping at bind_tools for multi-step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918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Status-then-runbook needs a loop. That is create_agent (or a loop you write).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913631"/>
            <a:ext cx="411480" cy="41148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005071"/>
            <a:ext cx="411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40479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Assuming every model is equally reliable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160519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This lecture's get_llm vs get_agent_llm swap is concrete proof.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782312"/>
            <a:ext cx="411480" cy="411480"/>
          </a:xfrm>
          <a:prstGeom prst="ellipse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873752"/>
            <a:ext cx="411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8A33D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7091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1B2B"/>
                </a:solidFill>
                <a:latin typeface="Cambria"/>
              </a:rPr>
              <a:t>Reaching for AgentExecutor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02920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Legacy as of LangChain 1.0. Use create_agent — taught path from here forward.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SUMMARY &amp;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What you can now explain and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L4 = fixed pipe (prompt | llm). L5 = model may call tools; path can loop.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system_prompt + user message replace ChatPromptTemplate roles; tools are optional side steps.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A tool = name + description + schema via @tool + docstring + type hints.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bind_tools = LLM chooses; YOU run once (Demo 1). create_agent = full multi-step loop (Demos 2–3).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When-to-use table: fixed RAG → chain; one-shot teach → bind_tools; multi-step → create_agent.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•  You ran custom tools, live builtins, and a DevOps agent that needs two dependent tool calls.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29200"/>
            <a:ext cx="11155680" cy="82296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" y="516636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Next lecture: memory and state — continuing the LangGraph foundation create_agent is built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1B2B"/>
                </a:solidFill>
                <a:latin typeface="Cambria"/>
              </a:rPr>
              <a:t>Today's Analogy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Four rows to hold — plus the connectivity map from this lecture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512064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44168"/>
            <a:ext cx="4956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AI CONCEPT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280160"/>
            <a:ext cx="5943600" cy="365760"/>
          </a:xfrm>
          <a:prstGeom prst="rect">
            <a:avLst/>
          </a:prstGeom>
          <a:solidFill>
            <a:srgbClr val="0E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0" y="1344168"/>
            <a:ext cx="5779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DEVOPS ANALOGY / SIMPLE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512064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" y="1709928"/>
            <a:ext cx="49377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Tool (LangChain)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645920"/>
            <a:ext cx="594360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33288" y="1709928"/>
            <a:ext cx="57607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Terraform resource: name + typed inputs + 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04288"/>
            <a:ext cx="51206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304288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2368296"/>
            <a:ext cx="49377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Built-in / community 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2304288"/>
            <a:ext cx="59436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33288" y="2368296"/>
            <a:ext cx="57607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Registry module / Galaxy role you did not write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962656"/>
            <a:ext cx="512064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2962656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2648" y="3026664"/>
            <a:ext cx="49377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@tool custom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2962656"/>
            <a:ext cx="594360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33288" y="3026664"/>
            <a:ext cx="57607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Your own Ansible module / provider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21024"/>
            <a:ext cx="51206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2920" y="3621024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2648" y="3685032"/>
            <a:ext cx="49377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create_agent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23560" y="3621024"/>
            <a:ext cx="59436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33288" y="3685032"/>
            <a:ext cx="57607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Scheduler / playbook runner — decides next step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79392"/>
            <a:ext cx="512064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4279392"/>
            <a:ext cx="45720" cy="658368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648" y="4343400"/>
            <a:ext cx="49377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L4 chain vs L5 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23560" y="4279392"/>
            <a:ext cx="5943600" cy="658368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733288" y="4343400"/>
            <a:ext cx="57607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E1B2B"/>
                </a:solidFill>
                <a:latin typeface="Calibri"/>
              </a:rPr>
              <a:t>Fixed CI stages vs a job that can call helpers mid-run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3437</Words>
  <Application>Microsoft Office PowerPoint</Application>
  <PresentationFormat>Widescreen</PresentationFormat>
  <Paragraphs>381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Mayur Brijwani</cp:lastModifiedBy>
  <cp:revision>2</cp:revision>
  <dcterms:created xsi:type="dcterms:W3CDTF">2013-01-27T09:14:16Z</dcterms:created>
  <dcterms:modified xsi:type="dcterms:W3CDTF">2026-08-15T10:04:22Z</dcterms:modified>
  <cp:category/>
</cp:coreProperties>
</file>