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AGENTIC AI FOR DEVOPS ENGINEERS  |  PHASE 1  |  LECTURE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mbria"/>
              </a:rPr>
              <a:t>Tools &amp; Tool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mbria"/>
              </a:rPr>
              <a:t>From L4's fixed pipe (prompt | llm) to tools the model can call — and create_agent, which runs the decide → call → observe loop for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TRACK (DevOps Edition)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5 of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6576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3 demos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14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895A7"/>
                </a:solidFill>
                <a:latin typeface="Calibri"/>
              </a:rPr>
              <a:t>HANDS-ON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Beginner focus today: L4 chain vs L5 agent, bind_tools vs create_agent, and when to use each. AgentExecutor is legacy — create_agent is the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Before you code — packages &amp;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Install from lecture5/, then keep GROQ_API_KEY ready for all three demos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087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From lecture5/:  pip install -r requirements.txt   |   Put GROQ_API_KEY in demos/.env  (All three demos need Groq. No Chroma / RAG packages in this lecture.)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langchain — @tool (via langchain_core) and create_agent (LangChain 1.x / LangGraph)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langchain-groq — ChatGroq for bind_tools (Demo 1) and create_agent (Demos 2–3)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langchain-community + wikipedia / duckduckgo-search — Demo 2 built-in tools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python-dotenv — load GROQ_API_KEY from demos/.env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Two helpers in demos/: get_llm() for Demo 1; get_agent_llm() for Demos 2–3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2 catches network flakes — Wikipedia + calculator are the reliable class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Connectivity first — then tools, then agents, then three demos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71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B2B"/>
                </a:solidFill>
                <a:latin typeface="Cambria"/>
              </a:rPr>
              <a:t>L4 chain → L5 tools (recap)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916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Fixed pipe vs a path that can loop through tools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94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B2B"/>
                </a:solidFill>
                <a:latin typeface="Cambria"/>
              </a:rPr>
              <a:t>Where did the chain go?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14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system_prompt + human message + optional tools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17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B2B"/>
                </a:solidFill>
                <a:latin typeface="Cambria"/>
              </a:rPr>
              <a:t>What is a tool + @tool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37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Name, docstring, type hints → schema the LLM reads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40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B2B"/>
                </a:solidFill>
                <a:latin typeface="Cambria"/>
              </a:rPr>
              <a:t>bind_tools vs create_agent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160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 1 you run once; Demos 2–3 the loop runs itself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663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B2B"/>
                </a:solidFill>
                <a:latin typeface="Cambria"/>
              </a:rPr>
              <a:t>When to use what + 3 demos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983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Comparison table, then custom → builtins → DevOps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You already know this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Four new words — four interfaces you already trust under other names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5608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YOU ALREADY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4864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435608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TODAY'S AI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4864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0136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 Terraform resource (name + typed inputs + docs)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4864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80136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 LangChain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68880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5328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 Terraform Registry / Ansible Galaxy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468880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5328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 built-in / community 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54864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00400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6440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Your own Ansible module / Terraform provider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200400"/>
            <a:ext cx="5486400" cy="7315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26440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 custom tool with @tool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931920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45720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99592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 K8s scheduler / Ansible playbook runner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931920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399592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create_agent (the loop engine)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29200"/>
            <a:ext cx="1097280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1663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Hold this table. Hands-on path: custom @tool + bind_tools (Demo 1) → built-ins + create_agent (Demo 2) → DevOps multi-step agent (Demo 3).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CONNECTIVITY  |  SLIDES 5–9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Recap: L4 chain vs L5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Last lecture: always the same path. Today: the model may take a side trip.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L4 = fixed pipe. L5 = the path can loop.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model. Different wiring. This is the whole mental model for today.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LECTURE 4 — LCEL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Always the same path. No branching.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5176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1.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ChatPromptTemplate formats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0215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2.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764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ChatGroq answers once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0624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3.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537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StrOutputParser → plain string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7160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LECTURE 5 — TOOLS /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Model may call a tool, then continue.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65176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249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1. Question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999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System rules + user question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42900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50215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2. LLM decides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7764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Answer now? Or call a tool?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20624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27939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3. Tool side step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5537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Run function → feed result back → maybe again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In plain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If you remember only one sentence from this section, remember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mbria"/>
              </a:rPr>
              <a:t>L4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154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prompt | llm | parser
Always: format → call model → parse.
Like a CI job with fixed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1732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mbria"/>
              </a:rPr>
              <a:t>L5 tool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154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Model may say: "run this function."
You (or create_agent) run it,
then the model sees the real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mbria"/>
              </a:rPr>
              <a:t>L5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154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That decide → run → observe
can happen more than once
until the model is ready to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0352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440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Example: "Is celery down? If so, what do I do?" needs status THEN runbook — a fixed L4 pipe cannot choose that second step by itself.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Where did ChatPromptTemplate / the chain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Nothing magical disappeared — the same jobs moved to different knobs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36576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L4 CHAIN PIECE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325880"/>
            <a:ext cx="3749039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389888"/>
            <a:ext cx="35844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L5 AGENT EQUIVALENT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59" y="1325880"/>
            <a:ext cx="3749039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999" y="1389888"/>
            <a:ext cx="35844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IT STILL 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755648"/>
            <a:ext cx="34747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ChatPromptTemplate
system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691640"/>
            <a:ext cx="3749039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755648"/>
            <a:ext cx="35661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system_prompt= on
create_agent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59" y="1691640"/>
            <a:ext cx="3749039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7" y="1755648"/>
            <a:ext cx="35661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Rules / personality / when to use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6888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46888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532888"/>
            <a:ext cx="34747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Human message
(user question)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468880"/>
            <a:ext cx="374903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2532888"/>
            <a:ext cx="35661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messages: role=user
(or HumanMessage)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59" y="2468880"/>
            <a:ext cx="374903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7" y="2532888"/>
            <a:ext cx="35661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The question you 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46120"/>
            <a:ext cx="36576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24612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310128"/>
            <a:ext cx="34747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llm in the pipe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246120"/>
            <a:ext cx="3749039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3310128"/>
            <a:ext cx="35661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model=llm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59" y="3246120"/>
            <a:ext cx="3749039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9287" y="3310128"/>
            <a:ext cx="35661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Still ChatGroq — same idea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02336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02336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087368"/>
            <a:ext cx="34747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Fixed next step
in the | pipe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023360"/>
            <a:ext cx="374903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4087368"/>
            <a:ext cx="35661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Optional tool call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59" y="4023360"/>
            <a:ext cx="374903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7" y="4087368"/>
            <a:ext cx="35661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Side step — not a fixed chain stage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120640"/>
            <a:ext cx="1115568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5257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Tell students: the system prompt still does the job of the system message. Tools are optional side steps. The chain did not "vanish" — the agent API packs the same roles.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Optional: you can still do prompt | llm_with_tools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One-shot teaching/debug is fine. Multi-step needs a loop (create_agent or your own).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Lecture 4 skills are not thrown away. For a single decide-and-call, a pipe still works: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0972800" cy="23774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4832"/>
            <a:ext cx="10561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Still valid (one decision, one call — YOU handle the rest):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llm_with_tools = llm.bind_tools(ALL_TOOLS)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response = llm_with_tools.invoke([SystemMessage(...), HumanMessage(...)])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if response.tool_calls: YOU run the tool  (Demo 1 does exactly this)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1 = bind_tools + manual .invoke — best for seeing the raw mechanism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2–3 = create_agent — best when the answer may need several tool calls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Do not force create_agent onto a fixed RAG pipe that never needs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THEORY  |  SLIDES 10–14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What is a tool?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A name, a description, and a typed argument schema — that is the whole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Three things, and only three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The LLM never sees your function body — only these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Strip away the library: a LangChain tool is a name, a plain-English description, and typed args. The description IS the API contract.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00" cy="306324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105613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@tool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def check_service_status(service_name: str) -&gt; str: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Check whether a service is currently running.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Use this whenever the user asks if a service is up, down, or healthy.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Supported services: nginx, redis, postgres.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"""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...  # body is private — LLM never reads this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12080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3492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Read the docstring out loud as if you were the LLM. That is genuinely the entire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@tool + docstring + type hints = tool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No separate schema file. Demo 1 prints what the LLM actually sees.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mbria"/>
              </a:rPr>
              <a:t>@tool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Decorator wraps your Python function so LangChain can advertise it to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1732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mbria"/>
              </a:rPr>
              <a:t>docstring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Becomes the description. Say WHAT it does AND WHEN to use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A33D"/>
                </a:solidFill>
                <a:latin typeface="Cambria"/>
              </a:rPr>
              <a:t>type hints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Become the argument schema (str, float, …). Missing types = vague args.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72000"/>
            <a:ext cx="11155680" cy="13716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36592"/>
            <a:ext cx="10744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# Tiny shape from Demo 1 — no parameters at all: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@tool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def get_current_datetime() -&gt; str: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CADCFC"/>
                </a:solidFill>
                <a:latin typeface="Courier New"/>
              </a:rPr>
              <a:t>    """Get the current date and time. Use when the user asks about today/now."""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The description is the whole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Vague text → tool never called, or called for the wrong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0" cy="22860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90472"/>
            <a:ext cx="10561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BAD:  "Checks stuff."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GOOD: "Check whether a service is currently running — use this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       whenever the user asks if a service is up, down, or healthy."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Tell the model WHAT it does AND WHEN to reach for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 1 STEP 1 prints name / description / parameters — read them aloud in class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Treat the docstring like a Terraform variable description for another team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Overlapping descriptions → wrong tool choices (common create_agent "bug")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Built-in / community tools vs YOUR custom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Reuse when someone already published it. Write @tool when it is YOUR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32004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3035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KIND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3320" y="1325880"/>
            <a:ext cx="3977639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1389888"/>
            <a:ext cx="38130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EXAMPLES IN THIS LECTURE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59" y="1325880"/>
            <a:ext cx="3977639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399" y="1389888"/>
            <a:ext cx="38130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32004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755648"/>
            <a:ext cx="3017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Built-in /
community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1691640"/>
            <a:ext cx="3977639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1755648"/>
            <a:ext cx="3794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Wikipedia, DuckDuckGo
(Demo 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59" y="1691640"/>
            <a:ext cx="3977639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7" y="1755648"/>
            <a:ext cx="3794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Search / wiki / common APIs
someone already wrapped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6888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46888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532888"/>
            <a:ext cx="3017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Custom @tool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468880"/>
            <a:ext cx="397763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2532888"/>
            <a:ext cx="3794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datetime, days-between,
service status (Demo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59" y="2468880"/>
            <a:ext cx="397763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7" y="2532888"/>
            <a:ext cx="3794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Teaching the schema +
your smallest examples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46120"/>
            <a:ext cx="32004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24612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310128"/>
            <a:ext cx="3017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Custom DevOps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3246120"/>
            <a:ext cx="3977639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310128"/>
            <a:ext cx="3794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status, runbook,
threshold (Demo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59" y="3246120"/>
            <a:ext cx="3977639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90687" y="3310128"/>
            <a:ext cx="3794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YOUR nginx, YOUR runbook,
YOUR disk math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02336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02336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087368"/>
            <a:ext cx="3017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Local helper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4023360"/>
            <a:ext cx="397763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3048" y="4087368"/>
            <a:ext cx="3794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calculator in Demo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59" y="4023360"/>
            <a:ext cx="3977639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0687" y="4087368"/>
            <a:ext cx="37947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E1B2B"/>
                </a:solidFill>
                <a:latin typeface="Calibri"/>
              </a:rPr>
              <a:t>Always-on even if
network flakes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21208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5349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Same create_agent API either way. The difference is where the tool came from — import vs @tool on your function.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THEORY  |  SLIDES 15–17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bind_tools + .invoke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LLM chooses a tool. YOU run it once. Demo 1 teaches the raw mechanism.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What bind_tools does (Demo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Attach tool schemas to the model. One .invoke. You still execute the function.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1. Bind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1031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llm.bind_tools(ALL_TOOLS)
model learns the menu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1732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2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2.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21031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invoke([System, Human])
model may request a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3. You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1031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tool.invoke(args)
YOU call the function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41732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54312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4. 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4312" y="21031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Demo 1 prints the result.
No automatic second round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11155680" cy="16459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297680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WHAT: Advertise tools to the LLM.
WHY: See the decision clearly — which tool, which args — without a full agent framework.
HOW: Demo 1 loops four questions; for each, bind_tools + invoke + optional tool.invoke.
LIMIT: If the answer needs a SECOND tool (status → runbook), YOU must write that loop yourself.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Tiny code matching demo_1_custom_tools.py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This is the raw mechanism create_agent will automate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55680" cy="365760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10744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llm_with_tools = llm.bind_tools(ALL_TOOLS)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tool_by_name = {t.name: t for t in ALL_TOOLS}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response = llm_with_tools.invoke(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[SystemMessage(content=SYSTEM_PROMPT), HumanMessage(content=question)]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if response.tool_calls: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for call in response.tool_calls: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    result = tool_by_name[call['name']].invoke(call['args'])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    # Demo 1 prints result — it does NOT feed it back for a second LLM turn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21208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5349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Question "What is 2 + 2?" should call no tool — proves the model can still answer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THEORY  |  SLIDES 18–21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create_agent: the full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question → LLM → tool? → run → feed back → decide again → final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The decide → call → observe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create_agent (LangChain 1.x / LangGraph) runs this until the model stops requesting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63040"/>
            <a:ext cx="2194560" cy="20116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6459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mbria"/>
              </a:rPr>
              <a:t>User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21488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messages with
role=user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463040"/>
            <a:ext cx="2194560" cy="20116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1488" y="16459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mbria"/>
              </a:rPr>
              <a:t>LLM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21488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answer OR
request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463040"/>
            <a:ext cx="2194560" cy="20116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16459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mbria"/>
              </a:rPr>
              <a:t>Run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1488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real function
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463040"/>
            <a:ext cx="2194560" cy="20116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7" y="16459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mbria"/>
              </a:rPr>
              <a:t>Feed 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21488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tool message
to 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1B2B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1463040"/>
            <a:ext cx="2194560" cy="20116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16459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Cambria"/>
              </a:rPr>
              <a:t>Final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214884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no more
tool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1B2B"/>
                </a:solidFill>
                <a:latin typeface="Calibri"/>
              </a:rPr>
              <a:t>Arrow back from "Feed back" to "LLM decides" is the multi-step magic.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Demos 2–3 use run_verbose() so you SEE each tool chosen, each result, then FINAL ANSWER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Under the hood the graph alternates model ↔ tools nodes (_verbose.py explains this)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You declare tools + system_prompt; you do not write the while-loop yourself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Tiny code matching Demos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API for built-ins (Demo 2) and custom DevOps tools (Demo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55680" cy="31089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10744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from langchain.agents import create_agent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agent = create_agent(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model=llm,                 # get_agent_llm() in demos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tools=TOOLS,               # builtins and/or @tool functions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    system_prompt=SYSTEM_PROMPT,  # same job as L4 system message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then: agent.stream({"messages": [{"role": "user", "content": q}]})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70916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484632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Bridge to tell students: bind_tools showed ONE decision. create_agent keeps going when the first tool result implies a second call. That is why we switch for Demos 2–3.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Why Demo 3 needs create_agent (status then runbook)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Scenario 2: second tool depends on the first result — bind_tools alone is not enough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Question: "Check whether celery-worker is running. If it is stopped, look up the runbook and tell me what to do."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346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Call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5204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check_service_status
→ STOPPED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8346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Decide again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5204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Model reads that
result — still not 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8346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Call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5204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lookup_runbook
→ restart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834640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5752" y="3017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Final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2" y="35204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Short answer with
runbook guidance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1208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349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We never wrote if status==stopped: lookup_runbook(). create_agent's loop produced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When to use what (CRITICAL)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Memorize this table — it answers every "which pattern?" question in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76072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44168"/>
            <a:ext cx="5596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44168"/>
            <a:ext cx="53218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76072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09928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RAG / fixed pipeline (always same steps)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4864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709928"/>
            <a:ext cx="5303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L4 chain: prompt | llm (| parser)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04288"/>
            <a:ext cx="57607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04288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68296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One tool call — teaching / debugging the choice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04288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368296"/>
            <a:ext cx="5303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bind_tools + manual invoke (Demo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62656"/>
            <a:ext cx="576072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962656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026664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Multi-step tool use / agent behavior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62656"/>
            <a:ext cx="54864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026664"/>
            <a:ext cx="5303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create_agent (Demos 2–3)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21024"/>
            <a:ext cx="57607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21024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685032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Built-in search / wiki / calc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21024"/>
            <a:ext cx="54864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685032"/>
            <a:ext cx="5303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Demo 2 pattern: community tools + create_agent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79392"/>
            <a:ext cx="576072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279392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343400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Your own DevOps functions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279392"/>
            <a:ext cx="54864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4343400"/>
            <a:ext cx="5303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@tool + create_agent (Demo 3)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3492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Wrong default: wrapping a fixed RAG pipeline in create_agent "just because." If the path never needs a tool, stay on the L4 chain.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Same table, with concrete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Say these out loud so beginners can map "my task" → "which API"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73152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B2B"/>
                </a:solidFill>
                <a:latin typeface="Calibri"/>
              </a:rPr>
              <a:t>"Answer from this runbook PDF every time"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L4 RAG chain — retrieve then prompt |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73152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B2B"/>
                </a:solidFill>
                <a:latin typeface="Calibri"/>
              </a:rPr>
              <a:t>"Show me which tool the model picks for 'is redis up?'"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bind_tools + print tool_calls (Demo 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2608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73152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9232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B2B"/>
                </a:solidFill>
                <a:latin typeface="Calibri"/>
              </a:rPr>
              <a:t>"If redis is down, also fetch the runbook"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create_agent — second call depends on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4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49040"/>
            <a:ext cx="73152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22192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B2B"/>
                </a:solidFill>
                <a:latin typeface="Calibri"/>
              </a:rPr>
              <a:t>"Who invented the WWW?" / "15 × 24"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 2 — Wikipedia + calculator via create_agent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7200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572000"/>
            <a:ext cx="73152" cy="7315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45152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B2B"/>
                </a:solidFill>
                <a:latin typeface="Calibri"/>
              </a:rPr>
              <a:t>"Disk at 72%, growth 1.5%/day — when 90%?"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Demo 3 @tool days_until_threshold +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bind_tools vs create_agent —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The exact gap create_agent closes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40680" cy="42976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40680" cy="429768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bind_tools() — YOU RUN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LLM only decides which tool + args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You invoke the tool yourself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One shot in Demo 1 — no auto second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Great for teaching the raw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A33D"/>
                </a:solidFill>
                <a:latin typeface="Cambria"/>
              </a:rPr>
              <a:t>create_agent — THE LOOP RUNS ITSELF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Decide → call → observe → decide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Fully automatic for as many steps as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Demo 3 Scenario 2 needs two dependent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7200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Default for real multi-step DevOps helpers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Two practical notes before demos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Model size matters for loops. AgentExecutor is legacy — do not teach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55680" cy="201168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10744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get_llm()        -&gt; llama-3.1-8b-instant   # Demo 1 bind_tools one-shot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get_agent_llm()  -&gt; openai/gpt-oss-120b     # Demos 2–3 create_agent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CADCFC"/>
                </a:solidFill>
                <a:latin typeface="Courier New"/>
              </a:rPr>
              <a:t># Multi-step agents need a model that knows when to STOP calling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Small models can keep calling tools with made-up args after they already have enough info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Always test agentic behavior on the real model before trusting a demo or production path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Old tutorials: AgentExecutor + create_tool_calling_agent — legacy as of LangChain 1.0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Taught path from this lecture forward: create_agent(model=..., tools=..., system_prompt=...)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3 DEMOS  |  CUSTOM → BUILTINS → DEVOPS AGENT  (NO RAG)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From Theory to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Watch what students see: schemas → one-shot bind_tools → full agent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947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mbria"/>
              </a:rPr>
              <a:t>01  demo_1_custom_tools.py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177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@tool + schemas + bind_tools. You run the tool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7947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977639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mbria"/>
              </a:rPr>
              <a:t>02  demo_2_builtin_tools_agent.py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6177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Wikipedia / DuckDuckGo + calculator via create_agent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7947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6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977639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Cambria"/>
              </a:rPr>
              <a:t>03  demo_3_devops_agent.py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61772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create_agent + 3 DevOps tools. Multi-step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Demo 1 — what students will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python demos/demo_1_custom_tools.py   |   Needs GROQ_API_KEY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STEP 1 — Tool schemas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get_current_datetime — no params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calculate_days_between — date1, date2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check_service_status — service_name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Point at description: "would a vaguer doc still get called?"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A33D"/>
                </a:solidFill>
                <a:latin typeface="Cambria"/>
              </a:rPr>
              <a:t>STEP 2 — bind_tools choosing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Q1 today → get_current_datetime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Q2 days between dates → calculate_days_between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Q3 is redis running? → check_service_status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Q4 2+2 → no tool (direct answer)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Print: tool chosen, args, tool result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Recap line: "YOU still run the tool once"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Demo 2 — what students will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python demos/demo_2_builtin_tools_agent.py   |   create_agent + builtins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STEP 1–2 Load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Wikipedia loads (OK).
DuckDuckGo may skip.
calculator always there.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7160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STEP 3 Build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9456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create_agent(model,
tools, system_prompt)
"Agent ready."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Q1 WWW inventor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Expected: Wikipedia
Watch: Tool chosen →
result → FINAL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37160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55448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Cambria"/>
              </a:rPr>
              <a:t>Q2 15 ×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9456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Expected: calculator
Same verbose loop
via run_verbose()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4632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9834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If DuckDuckGo flakes: expected. Prefer Wikipedia + calculator in class. try/except keeps the wiring visible — do not treat network errors as a failed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Demo 3 — what students will see (required)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python demos/demo_3_devops_agent.py   |   Multi-step DevOps helper — NO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19456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44168"/>
            <a:ext cx="2029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280160"/>
            <a:ext cx="50292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344168"/>
            <a:ext cx="4864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QUESTION (SHORT)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280160"/>
            <a:ext cx="393192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344168"/>
            <a:ext cx="3767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WHAT TO POINT AT 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219456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09928"/>
            <a:ext cx="20116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S1 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645920"/>
            <a:ext cx="50292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709928"/>
            <a:ext cx="4846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Disk 72%, +1.5%/day → 90%?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645920"/>
            <a:ext cx="39319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1709928"/>
            <a:ext cx="3749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One tool: days_until_threshold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21945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42316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487168"/>
            <a:ext cx="20116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S2 Status→runbook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423160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61488" y="2487168"/>
            <a:ext cx="4846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celery-worker down? If so, runbook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2423160"/>
            <a:ext cx="39319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487168"/>
            <a:ext cx="3749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TWO tools; second depends on first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00400"/>
            <a:ext cx="219456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200400"/>
            <a:ext cx="45720" cy="777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264408"/>
            <a:ext cx="20116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S3 Multi-service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200400"/>
            <a:ext cx="502920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1488" y="3264408"/>
            <a:ext cx="4846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Check nginx and redis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200400"/>
            <a:ext cx="3931920" cy="7772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90688" y="3264408"/>
            <a:ext cx="37490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Same tool called more than once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11247120" cy="15544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434840"/>
            <a:ext cx="10881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Protect time for Scenario 2. Verbose output shows: (1) check_service_status → STOPPED, (2) lookup_runbook → restart guidance, (3) FINAL ANSWER. Uses get_agent_llm() (larger model). Runbook is a plain dict — not a vector store.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Common mistakes beginners make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Read before demos — and again after Scenario 2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307592"/>
            <a:ext cx="411480" cy="41148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344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1B2B"/>
                </a:solidFill>
                <a:latin typeface="Cambria"/>
              </a:rPr>
              <a:t>Vague tool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95A7"/>
                </a:solidFill>
                <a:latin typeface="Calibri"/>
              </a:rPr>
              <a:t>The description is the ENTIRE interface the LLM sees. Write WHEN to call it.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76272"/>
            <a:ext cx="411480" cy="41148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1B2B"/>
                </a:solidFill>
                <a:latin typeface="Cambria"/>
              </a:rPr>
              <a:t>Using create_agent for a fixed RAG pipe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231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95A7"/>
                </a:solidFill>
                <a:latin typeface="Calibri"/>
              </a:rPr>
              <a:t>If every question follows retrieve → prompt → answer, stay on L4 chain.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044952"/>
            <a:ext cx="411480" cy="41148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36392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718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1B2B"/>
                </a:solidFill>
                <a:latin typeface="Cambria"/>
              </a:rPr>
              <a:t>Stopping at bind_tools for multi-step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95A7"/>
                </a:solidFill>
                <a:latin typeface="Calibri"/>
              </a:rPr>
              <a:t>Status-then-runbook needs a loop. That is create_agent (or a loop you write).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13631"/>
            <a:ext cx="411480" cy="41148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05071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7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1B2B"/>
                </a:solidFill>
                <a:latin typeface="Cambria"/>
              </a:rPr>
              <a:t>Assuming every model is equally reliable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19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95A7"/>
                </a:solidFill>
                <a:latin typeface="Calibri"/>
              </a:rPr>
              <a:t>This lecture's get_llm vs get_agent_llm swap is concrete proof.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782312"/>
            <a:ext cx="411480" cy="411480"/>
          </a:xfrm>
          <a:prstGeom prst="ellipse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73752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A33D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7091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1B2B"/>
                </a:solidFill>
                <a:latin typeface="Cambria"/>
              </a:rPr>
              <a:t>Reaching for AgentExecutor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292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895A7"/>
                </a:solidFill>
                <a:latin typeface="Calibri"/>
              </a:rPr>
              <a:t>Legacy as of LangChain 1.0. Use create_agent — taught path from here forward.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SUMMARY &amp;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What you can now explain and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L4 = fixed pipe (prompt | llm). L5 = model may call tools; path can loop.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system_prompt + user message replace ChatPromptTemplate roles; tools are optional side steps.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A tool = name + description + schema via @tool + docstring + type hints.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bind_tools = LLM chooses; YOU run once (Demo 1). create_agent = full multi-step loop (Demos 2–3).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When-to-use table: fixed RAG → chain; one-shot teach → bind_tools; multi-step → create_agent.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•  You ran custom tools, live builtins, and a DevOps agent that needs two dependent tool calls.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2920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166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Next lecture: memory and state — continuing the LangGraph foundation create_agent is built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1B2B"/>
                </a:solidFill>
                <a:latin typeface="Cambria"/>
              </a:rPr>
              <a:t>Today's Analogy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Four rows to hold — plus the connectivity map from this lecture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12064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44168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AI 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1280160"/>
            <a:ext cx="5943600" cy="365760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1344168"/>
            <a:ext cx="5779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DEVOPS ANALOGY / SIMPLE MEANING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12064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09928"/>
            <a:ext cx="4937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Tool (LangChain)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45920"/>
            <a:ext cx="59436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33288" y="1709928"/>
            <a:ext cx="57607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Terraform resource: name + typed inputs + 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04288"/>
            <a:ext cx="51206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04288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368296"/>
            <a:ext cx="4937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Built-in / community tool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2304288"/>
            <a:ext cx="5943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33288" y="2368296"/>
            <a:ext cx="57607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Registry module / Galaxy role you did not write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62656"/>
            <a:ext cx="512064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962656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026664"/>
            <a:ext cx="4937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@tool custom tool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2962656"/>
            <a:ext cx="59436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3288" y="3026664"/>
            <a:ext cx="57607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Your own Ansible module / provider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21024"/>
            <a:ext cx="51206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621024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685032"/>
            <a:ext cx="4937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create_agent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3621024"/>
            <a:ext cx="5943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33288" y="3685032"/>
            <a:ext cx="57607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Scheduler / playbook runner — decides next step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279392"/>
            <a:ext cx="512064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279392"/>
            <a:ext cx="45720" cy="65836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4343400"/>
            <a:ext cx="4937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L4 chain vs L5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4279392"/>
            <a:ext cx="5943600" cy="65836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33288" y="4343400"/>
            <a:ext cx="57607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E1B2B"/>
                </a:solidFill>
                <a:latin typeface="Calibri"/>
              </a:rPr>
              <a:t>Fixed CI stages vs a job that can call helpers mid-run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895A7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