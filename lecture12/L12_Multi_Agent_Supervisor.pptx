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SERIES  |  PHASE C  |  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Multi-Agent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You already built one durable agent. Today you build a small team: a boss that decides who works next — then a soft intro to parallel Send().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~120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12 of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one graph, shared state, several role-nodes, one lead that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you'll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this deck alone and you should still follow the demos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Supervisor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lead node picks the next specialist — then they return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Workers / 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Short jobs with clear prompts: research facts, write Slack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Shared team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91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TypedDict whiteboard the whole team reads and updates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79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1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Soft Send() fan-out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6051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job on many items at once, then one rollup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We teach slowly — supervisor fully, then Send fully, then compare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Bridge from L9–L11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Remind graph, state, tools, pause — then the gap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Supervisor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Lead, workers, shared state, the loop — with stories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1 — routing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Watch the lead choose researcher, then writer, then FINISH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49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Soft Send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Fan-out, join, reducers — from zero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3 + wrap-up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Parallel status summaries, cheat sheet, 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Before you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Both demos need GROQ_API_KEY in demos/.env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cd Agentic-AI-Series/lecture12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copy demos/.env.example → demos/.env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demos/demo_1_supervisor_routing.py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demos/demo_3_soft_send_fanout.py   # optional Soft Send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You still use StateGraph, TypedDict state, nodes, and edges from L9–L11. New today: role nodes under a lead, and Send() for parallel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Bridge from L9–L11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You already know the pieces. Today we put roles on the same 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path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lectures, one growing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011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89611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80744"/>
            <a:ext cx="8796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ALREADY 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201168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18470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673352"/>
            <a:ext cx="896112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746504"/>
            <a:ext cx="8796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StateGraph — TypedDict state, nodes, edges, conditional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2011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591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32304"/>
            <a:ext cx="18470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359152"/>
            <a:ext cx="8961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432304"/>
            <a:ext cx="8796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ReAct by hand — one agent loops with tools until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44952"/>
            <a:ext cx="201168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18104"/>
            <a:ext cx="18470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044952"/>
            <a:ext cx="896112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118104"/>
            <a:ext cx="8796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HITL + persistence — pause, save, resume on a thread_id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30752"/>
            <a:ext cx="2011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307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03904"/>
            <a:ext cx="18470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730752"/>
            <a:ext cx="8961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803904"/>
            <a:ext cx="8796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team on that graph — a lead routes specialists (+ soft Send)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Nothing is thrown away. L12 is still one graph and one shared state. The new idea is roles: who acts next?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Reminders in plain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If any word feels new again, this slide is your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9260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2761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280160"/>
            <a:ext cx="80467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335024"/>
            <a:ext cx="7882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PLAIN 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9260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627632"/>
            <a:ext cx="804672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00784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 flowchart of steps your program can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31136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57984"/>
            <a:ext cx="8046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231136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The shared data bag nodes read and update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88336"/>
            <a:ext cx="29260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88336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61488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Node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688336"/>
            <a:ext cx="804672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761488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One step / function in that flowchart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18688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218688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91840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Tools / ReAct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218688"/>
            <a:ext cx="8046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291840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The model can call helpers, see results, continue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49040"/>
            <a:ext cx="29260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49040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22192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HITL pause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49040"/>
            <a:ext cx="804672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822192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Stop for a human before a risky write (L11)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79392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279392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52544"/>
            <a:ext cx="2761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Checkpoint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279392"/>
            <a:ext cx="8046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4352544"/>
            <a:ext cx="7882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Saved pause point so you can resume 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one agent already does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Keep using a single agent for simple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Answer one question with tools (ticket lookup, policy check).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Run a short Reason → Act → Observe loop (L10).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Pause for approval before a write (L11).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Those skills still matter. A team does not replace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"Is ticket T-100 open?" or "Can I expense $750?" — one agent is enough. You do not need a research-writer team for every FAQ.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gap: one agent doing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When the job has two different skills, one prompt gets messy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ONE OVERLOADED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GOES WRONG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Research + Slack draft in one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Facts and tone get mixed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1343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8658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No clear "who decided next"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1343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38658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Hard to debug the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2666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long instruction block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95351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02666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Easy to forget a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9359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Everything in one node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59359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66674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Hard to swap only the writer later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A payments app is slow after a deploy. You need facts first, then a calm Slack update. Those are two jobs. A lead should choose the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Still one graph — now with a boss and specialists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START -&gt; supervisor (the lead / boss)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+--&gt; researcher  --&gt; back to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+--&gt; writer      --&gt; back to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+--&gt; FINISH      --&gt;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Shared state is the team's whiteboard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Think of a small on-call team: one lead assigns the next person. Workers do not chat sideways — they report back to the lead.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teach a team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order of L9 → L10 → L11 → L12 was intentional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L9 taught you to own the graph before owning a team 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L10 taught one agent loop before splitting roles.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L11 taught pause / resume before you add more moving parts.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L12 adds roles on the same foundation — not a new product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If you skipped straight to "multi-agent," the wiring would feel magic. You already know nodes and state — today we only add role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Supervisor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Learn the pattern slowly — lead, workers, shared state,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is a supervisor?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lead node that decides who works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Supervisor = the boss / incident commander on the 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It reads shared state and picks the next worker — or FINISH.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It does not do all the specialist work itself.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In our demos, routing rules are simple and clear on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Like a team lead in an incident call: "You dig into logs. You draft the status. Tell me when you are done — I decide who goes next."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are workers / specialists?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Nodes with a narrow job and a short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004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4114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38074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WRITES TO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4650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Researcher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67335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74650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Gather short 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673352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74650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research_notes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50592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2374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Writer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450592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52374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Draft Slack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450592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52374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draft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27832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0098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Supervisor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22783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30098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Pick next role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227832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330098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next_worker + audit note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590288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Researcher prompt: "3 short bullets. Facts only." Writer prompt: "2-sentence Slack update." Different skills, clear boundaries.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Shared state — one whiteboard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Everyone reads the same TypedDict; each node returns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State is the team's shared memory for this run.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The incident title stays put so every node sees the same task.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Researcher fills notes. Writer fills the draft. Lead fills next_worker.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already used this idea in L9 — today several roles share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15968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Picture a whiteboard in a war room. The lead points at empty boxes: "Notes still blank — send research." Later: "Notes ready — send writer."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loop,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Boss decides → worker works → back to boss →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2918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1. START enters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2. Supervisor looks at state → chooses researcher / writer / FINISH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3. If a worker: that node runs, updates state, edges BACK to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4. Supervisor looks again with the new state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5. When work is complete → FINISH →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This loop is the heart of the pattern. Memorize it before the demos.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workers do not talk to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 this pattern, the lead stays in charge of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If researcher wired straight to writer, the lead loses control.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Returning to the supervisor keeps decisions visible and central.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can later insert another role (reviewer) without rewriting worker edges.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Audit notes become easy: every hop goes through the lead.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Bad: research → writer (hidden handoff). Good: research → lead → writer → lead → FINISH (clear chain of command).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When one agent is enough vs when to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Choose on purpose — a team is not always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ONE AGENT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SUPERVISED TEAM 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FAQ / lookup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Research then draft a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1343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8658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Short tool loop (L10)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1343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38658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Roles need different prompts / tone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2666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Simple approve gate (L11)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95351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02666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 want a visible lead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9359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skill, one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59359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66674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Multi-step workflow with handoffs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"What is our checkout warn threshold?" → one agent. "Investigate queue depth and post Slack" → supervised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How this connects to L11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foundation — more nodes that act like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Still one StateGraph and one shared state object.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Still compile + invoke — you already know that API.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HITL and checkpointers can sit on a team graph later if you need gates.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Today we focus on routing roles, not on pause/resume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Imagine L11's approve gate after the writer drafts Slack. That is a future add-on. First learn the team loop cleanly.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 story 1 — payments feel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short story so the pattern feels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Customers report the payments app is slow after deploy 1.9.0.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 researcher looks up short facts (latency, error rate, change).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 writer turns those facts into a calm Slack status.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 lead decides: research first, then write, then we are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49884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Demo 1 uses this exact incident title: "payments p95 latency spike after deploy 1.9.0".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 story 2 — login fails after a cert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team shape, different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After a certificate rotation, login starts failing with 401 errors.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Research finds the likely cause in short bullets.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Writer posts a clear status for the on-call channel.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Lead still owns the order: empty research → researcher → writer → FINISH.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49884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Same supervised team shape as Demo 1 — just a new incident title: "auth service elevated 401s after cert rotation".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 story 3 — checkout lines grow in a 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Prove the team is reusable, not a one-off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During a busy sale drill, checkout queue depth climbs past the warn line.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Again: research facts → draft Slack → lead says FINISH.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do not rebuild the graph — you pass a new incident title.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Your assignment will re-run the same pattern on two different titles.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49884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Example title: "checkout queue depth climbing on Black Friday drill". One compiled team graph, many incidents.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TeamState — fields explained slowly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Field names from Demo 1 — the live routing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6576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class TeamState(TypedDict):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task: str                 # the incident title (input)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research_notes: str       # researcher fills this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draft: str                # writer fills this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next_worker: str          # supervisor sets: researcher/writer/FINISH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notes: Annotated[list[str], operator.add]  # append-only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321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Annotated + operator.add means new audit lines append — they do not overwrite.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Routing rules — keep them readable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 class demos, rules are deterministic so runs stay 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def choose_next(state):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if not research_notes:   return "researcher"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if not draft:            return "writer"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return "FINISH"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LLM only writes a short reason for the choice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The choice itself comes from these clear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Empty notes? Research first. Notes ready but no draft? Write next. Both filled? We are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Graph wiring — edges that make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Conditional edges from the lead; fixed return edges from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4023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b.add_edge(START, "supervisor")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b.add_conditional_edges("supervisor", route_from_state,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"researcher": "researcher",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"writer": "writer",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"__end__": END,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b.add_edge("researcher", "supervisor")  # always return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b.add_edge("writer", "supervisor")      # always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Theory checkpoint — can you explain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If yes, you are ready for 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Supervisor = lead that chooses the next specialist or FINISH.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Workers = narrow roles that update shared state.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Shared state = one whiteboard for the whole run.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Loop = lead → worker → lead → … → FINISH.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Workers return to the lead — they do not message each other.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Split roles when skills differ; keep one agent when the job is simple.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1 — supervisor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Watch the lead choose researcher, then writer, then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demo_1_supervisor_routing.py — needs GROQ_API_KEY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Builds the supervised team graph and runs one incident.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Task: payments p95 latency spike after deploy 1.9.0.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Prints the audit notes, research bullets, and Slack draft.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Goal: see the commander loop with your own eyes.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When you run it, look for notes like "supervisor -&gt; researcher" then later "supervisor -&gt; writer" then FINISH.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— graph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picture as theory — now matching the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4023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START -&gt;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supervisor --(researcher)--&gt; researcher -&gt;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supervisor --(writer)-----&gt; writer     -&gt; supervisor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supervisor --(FINISH)-----&gt;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Nodes: supervisor, researcher, writer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State keys: task, research_notes, draft, next_worker,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— what happens at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Follow the state as it fills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1. Start with empty research_notes and empty draft.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2. Supervisor chooses researcher (rules say notes are empty).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3. Researcher writes short facts into research_notes.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4. Back to supervisor — notes exist, draft empty → writer.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5. Writer reads notes and writes a 2-sentence Slack draft.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6. Back to supervisor — both filled → FINISH →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— what to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Three takeaways before you move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Supervisor is the router brain; workers are specialists.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Workers always return to the supervisor.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Audit notes make the commander loop visible for debugging.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Routing rules are deterministic; the LLM only explains the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In the assignment you will reuse this same pattern on two different incident titles — without changing the graph wiring.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Soft Send / fan-out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New idea from zero: same job on many items, then join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problem Soft Send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have several similar items — and the same job for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Example: three short service status lines.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want a short summary of each line.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Then one combined Slack sentence for the channel.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Doing them one-by-one in a single mega-prompt is clumsy.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payments latency note · auth OK note · checkout queue note → three summaries → one rollup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Send means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"Start this node with this piece of work"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Send is a LangGraph helper for dispatching work.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Send("summarize_one", {"doc": one_line}) means: run the summarize_one node with that one line.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Return a list of Send objects to start several copies.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Each copy gets its own small piece of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Send("summarize_one", {"doc": "payments: p95 latency 820ms..."})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→ start summarize_one with only that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Fan-out, then join (rollup)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Map the work out — then gather it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START --Send(doc1)--&gt; summarize_one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--Send(doc2)--&gt; summarize_one  +--&gt; rollup --&gt;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--Send(doc3)--&gt; summarize_one 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Fan-out  = start N copies of the same job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Join     = wait for results, then one rollup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Today is a soft intro. Deep map-reduce for long documents comes later. Learn this small shape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Shared list growing — sticky notes metaphor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operator.add merges results instead of overwriting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Each summarize worker returns {"summaries": [one_line]}.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Without a reducer, the last write could wipe earlier lines.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Annotated[list[str], operator.add] appends lists together.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Like three people sticking notes on the same board — all stay.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10972800" cy="19202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5196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summaries: Annotated[list[str], operator.add]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worker A returns ["payments slow after 1.9.0"]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worker B returns ["auth OK after cert rotate"]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state.summaries becomes both lines (plus the third)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Different from supervisor (only now)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learned both fully — now the contrast is easy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SOFT SEND FAN-OUT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Chooses WHO works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Runs the SAME job on many pieces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591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323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Roles differ (research / write)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59152"/>
            <a:ext cx="594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4323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role, many inputs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44952"/>
            <a:ext cx="50292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181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Loop until FINISH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044952"/>
            <a:ext cx="59436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1181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Fan-out → gather → one rollup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30752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307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039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Demo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730752"/>
            <a:ext cx="594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8039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Demo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Supervisor: "Send the researcher, then the writer." Send: "Summarize each of these three status lines now."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 story — three status lines, one Slack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simple fan-out you can picture in an on-call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have three short status strings: payments, auth, checkout.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Each one gets a tiny summary (≤12 words).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 rollup node turns the three bullets into one Slack sentence.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That is Demo 3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payments: p95 latency 820ms after 1.9.0; error rate 1.1% · auth: OK; cert rotated yesterday · checkout: queue depth 40 (warn 30).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fan_out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Return one Send per item — that is the map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2918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def fan_out(state: FanState) -&gt; list[Send]: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return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Send("summarize_one", {"doc": d, "summaries": []})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for d in state["docs"]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b.add_conditional_edges(START, fan_out, ["summarize_one"])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Three docs in state → three Send objects → three summarize_one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rollup (join)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After all summaries land, write one combined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summarize_one edges to rollup for each finished worker.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LangGraph waits until the fan-out results are gathered.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rollup reads the full summaries list and asks the LLM for one sentence.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That sentence is the channel-ready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b.add_edge("summarize_one", "rollup")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b.add_edge("rollup", 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Send theory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Say these out loud before 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Problem: same job on many similar items.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Send = start this node with this piece of work.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Fan-out = many Sends; join = rollup after results gather.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operator.add = sticky-note append for list fields.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Supervisor chooses who; Send runs the same job on many pieces.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3 — soft Send fan-out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Parallel summarize of three status docs, then one Slack rollup.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demo_3_soft_send_fanout.py — needs GROQ_API_KEY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Starts with three short docs in a list.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Fans out summarize_one via Send for each doc.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Gathers summaries with Annotated + operator.add.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Rollup writes one Slack sentence from all bullets.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Watch the console: three per-doc summaries print first, then the rollup.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3 — two small state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Parent state holds the list; worker state holds one doc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4023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class FanState(TypedDict):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docs: list[str]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summaries: Annotated[list[str], operator.add]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rollup: str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class DocState(TypedDict):   # state for ONE fan-out worker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doc: str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summaries: Annotated[list[str], operator.add]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3 — what to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Keep the takeaways small and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Send(node, state_piece) fans out one job to many workers.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Annotated list + operator.add gathers worker results.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Use Send when the job is the same across many items.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Use supervisor when roles differ and order matters.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Deeper map-reduce patterns wait for later lectures.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Cheat sheet +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Remember the knobs — then build a small team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Keep this nearby while coding the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45720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280160"/>
            <a:ext cx="6400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335024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45720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Route to a specialist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627632"/>
            <a:ext cx="64008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00784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supervisor + conditional_edges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4572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31136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Return after specialist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157984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31136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edge worker → supervisor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88336"/>
            <a:ext cx="45720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88336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61488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Append audit / summaries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688336"/>
            <a:ext cx="64008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761488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Annotated[list, operator.add]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18688"/>
            <a:ext cx="4572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218688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91840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Parallel same job (N items)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218688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291840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Send(node, piece) from fan_out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49040"/>
            <a:ext cx="45720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49040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22192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Finish the team 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749040"/>
            <a:ext cx="640080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822192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next_worker == FINISH → 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79392"/>
            <a:ext cx="4572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279392"/>
            <a:ext cx="45720" cy="5303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52544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Re-run for many tickets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279392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352544"/>
            <a:ext cx="6236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invoke again with a new task title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Quick pattern picker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question decides the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IF YOU NEED…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25880"/>
            <a:ext cx="54864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8074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START WITH…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Different roles in sequence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73352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4650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Supervisor team (Demo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0487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7802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Same job on many 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04872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47802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Soft Send fan-out (Demo 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36392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3639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954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FAQ / tool 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136392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0954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Single agent (L10 style)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67912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6791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4106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Human gate before a 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867912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41064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HITL from L11 on your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4748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You can combine patterns later. Today, learn each shape cleanly first.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assignment/ASSIGNMENT.md — about 25–40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1 — two-worker supervisor (lookup + summarize) with an audit list.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2 — re-run that team on two different incident strings.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3 (optional) — tiny Send fan-out over 2–3 short strings.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Keep incident / status themes like the demos. Do not edit the demos — write new scripts under lecture12/assignment/.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Looking ahead — 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Your team works — next you make the run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LangSmith tracing: projects, runs, nested spans.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See latency, tokens, and worker hops in the UI.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Phase D starts: observability before blind shipping.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A good homework bridge: run Demo 1, then in L13 open the same team in LangSmith and watch supervisor hops as nested spans.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L9–L11 built one durable agent; L12 adds a supervised team on the same 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Supervisor chooses who; workers update shared state and return to the lead.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Split roles when skills differ; keep one agent when the job is simple.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Soft Send fans out the same job across many items; operator.add gathers results.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Supervisor ≠ Send — teach both, then pick by the question you need answered.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Next: LangSmith (L13) so you can see the team's traces.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Phase C complete — graphs, ReAct, HITL, and teams. Observability is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