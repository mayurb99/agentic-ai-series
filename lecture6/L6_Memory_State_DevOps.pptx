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AGENTIC AI FOR DEVOPS ENGINEERS  |  PHASE 1  |  LECTURE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Memory &amp;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Same create_agent as Lecture 5 — today it remembers. Short-term threads, summarization for long chats, long-term facts across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TRACK (DevOps Edition)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6 of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 demos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sentence: L5 agent forgets between calls. L6 adds a checkpointer + thread_id so it remembers.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Before you code — packages &amp;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Install from lecture6/, then keep GROQ_API_KEY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From lecture6/:  pip install -r requirements.txt   |   Put GROQ_API_KEY in demos/.env  (Same Groq pattern as L5. No Chroma / RAG.)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langchain + langchain-groq — same as Lecture 5; create_agent is already inside langchain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Memory APIs ship with langchain/langgraph — no new package for InMemorySaver / Store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python-dotenv — load GROQ_API_KEY from demos/.env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Helper: demos/_client.py → get_agent_llm() (same larger model idea as L5 agent demos)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All three demos are non-interactive ASCII scripts — no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Bridge from L5 first — then three kinds of memory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71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L4 → L5 → L6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Fixed chain → tools/agent that forgets → agent that remembers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94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Short-term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14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InMemorySaver + thread_id (this ticket's chat)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17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Long chats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37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SummarizationMiddleware (compress old turns)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40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Long-term / entity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60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InMemoryStore + ToolRuntime (sticky notes across days)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63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When to use which + 3 demos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983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Cheat sheet, then run Demo 1 → 2 →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You already know this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Three new words — three DevOps things you already operate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YOU ALREADY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4864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35608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TODAY'S AI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4864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105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This ticket's chat / Slack thread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4864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8105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Short-term memory (checkpointer + thread_id)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249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Rolling up a long incident log into a summary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65176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7249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SummarizationMiddleware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54864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393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sticky note on a user/service profile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66160"/>
            <a:ext cx="54864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393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Long-term store (facts across days)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3776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0749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Hold this table. Hands-on: Demo 1 = ticket chat, Demo 2 = summary of a long plan, Demo 3 = sticky notes that survive a new 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CONNECTIVITY  |  SLIDES 5–8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Recap: L4 chain → L5 agent → L6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Same model. Different wiring. This is the whole mental model for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Where we are: L4 → L5 → L6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Nothing magical disappeared — we only add memory knobs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201168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44168"/>
            <a:ext cx="1847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280160"/>
            <a:ext cx="475488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344168"/>
            <a:ext cx="4590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YOU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1280160"/>
            <a:ext cx="438912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344168"/>
            <a:ext cx="4224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IT REMEMBERED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201168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71907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L4 LCEL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645920"/>
            <a:ext cx="475488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171907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Fixed pipe: prompt | llm | parser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645920"/>
            <a:ext cx="438912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1719072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Nothing — one shot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60320"/>
            <a:ext cx="20116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56032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63347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L5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560320"/>
            <a:ext cx="4754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4328" y="263347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create_agent + @tool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2560320"/>
            <a:ext cx="4389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208" y="2633472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Nothing — each invoke was fresh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74720"/>
            <a:ext cx="201168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47472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54787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L6 Today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3474720"/>
            <a:ext cx="475488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4328" y="354787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Same create_agent + memory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3474720"/>
            <a:ext cx="438912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208" y="3547872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Turns, summaries, or sticky facts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46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83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If L5 felt like amnesia between calls — that was correct. Today we fix that with checkpointer= and thread_id.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L5 forgets. L6 remembers.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diagram — the whole lecture in two columns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LECTURE 5 — NO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create_agent(model, tools, system_prompt)
Call 1: "My name is Maya"
Call 2: "What's my name?"
→ Usually cannot recall.
Each invoke starts clean.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LECTURE 6 — WITH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create_agent(..., checkpointer=InMemorySaver())
Same thread_id on every turn
Call 1: "My name is Maya"
Call 2: "What's my name?"
→ Remembers Maya.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What / Why / How — say this out 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Three plain sentences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1168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Memory means: earlier turns (or saved facts) are available on the next call — so the agent is not starting from zero every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01168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Ops chats are multi-turn. Tickets span messages. Preferences should survive "good morning" tomorrow. Without memory, every question is a cold start.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01168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Short-term: checkpointer + thread_id. Long chats: SummarizationMiddleware. Across days: store + remember/recall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1  ·  SHORT-TERM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Checkpointer + thread_id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This ticket's conversation — like a Slack thread that keeps scrolling.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Short-term memory 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Save the message list after each turn; reload it on the next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1. Attach checkpointer=InMemorySaver() when you build the agent.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2. Pass config = {"configurable": {"thread_id": "ticket-42"}} on every invoke.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3. Same thread_id → load prior messages → model sees the history.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4. Different thread_id → empty history → brand-new conversation.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5. InMemorySaver is RAM-only — fine for class; gone when the script exits.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846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983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DevOps analogy: thread_id is like a ticket number. Messages for ticket-42 stay with ticket-42. Ticket-99 starts blank.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The two lines that change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create_agent as L5 — plus checkpointer and thread_id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41148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61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from langgraph.checkpoint.memory import InMemorySaver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from langchain.agents import create_agent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agent = create_agent(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model=llm, tools=[], system_prompt="...",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checkpointer=InMemorySaver(),   # NEW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cfg = {"configurable": {"thread_id": "ticket-42"}}  # NEW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agent.invoke({"messages": [{"role": "user", "content": "..."}]}, cfg)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Demo 1 map — prove it remembers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demo_1_short_term_memory.py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CONTRAST: agent with NO checkpointer — "What's my name?" usually fails.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1: same thread ticket-42 — introduce Maya / nginx, then ask name.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2: different thread ticket-99 — blank slate.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3: back to ticket-42 — memory still there.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Watch the message count grow on the same thread — that is the checkpointer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2  ·  LONG CHATS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SummarizationMiddleware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Old turns become a short summary so the context window does not explode.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Why summarize?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Short-term memory keeps EVERY message — that eventually hits the context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Lecture 1 idea: context window = fixed-size log buffer / memory ceiling.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Checkpointer alone = the buffer only grows. Long incident chats will fill it.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SummarizationMiddleware: when a trigger hits, compress OLD turns into one summary.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Keep the most recent N messages in full (fresh detail).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57200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70916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DevOps analogy: rolling a long incident channel into a short status update — you keep the facts that matter, drop the chatter.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Classroom knobs (tiny on purpose)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Real apps use much larger triggers — we want the demo to fire in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347472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61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from langchain.agents.middleware import SummarizationMiddleware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SummarizationMiddleware(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model=llm,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trigger=("messages", 6),  # summarize once 6+ messages pile up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keep=("messages", 2),     # always keep last 2 in full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93776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0749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Demo 2 uses a tiny deploy-planning chat. Look for "SUMMARIZATION FIRED" in the printout.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3  ·  LONG-TERM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Store + remember/recall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Facts that survive a brand-new thread_id — like a sticky note on a profile.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Short-term vs long-term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The most important comparison slide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27432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44168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280160"/>
            <a:ext cx="429768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344168"/>
            <a:ext cx="4133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SHORT-TERM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1280160"/>
            <a:ext cx="429768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344168"/>
            <a:ext cx="4133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LONG-TERM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27432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71907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645920"/>
            <a:ext cx="429768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71907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checkpointer + thread_id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645920"/>
            <a:ext cx="429768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171907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store +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8880"/>
            <a:ext cx="2743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468880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54203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468880"/>
            <a:ext cx="4297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254203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ONE conversation / ticket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2468880"/>
            <a:ext cx="4297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3528" y="254203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User or entity across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91840"/>
            <a:ext cx="27432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291840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36499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Analogy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291840"/>
            <a:ext cx="429768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36499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This Slack thread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291840"/>
            <a:ext cx="429768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3528" y="336499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Sticky note on the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114800"/>
            <a:ext cx="2743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114800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1879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New thread_id?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4114800"/>
            <a:ext cx="4297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418795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Starts empty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4114800"/>
            <a:ext cx="4297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53528" y="418795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Still available via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Store + ToolRuntime (keep it simple)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Tools write/read the store. runtime is injected — the LLM never sees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41148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61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langgraph.store.memory import InMemoryStore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langchain.tools import ToolRuntime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def remember_about_user(fact: str, runtime: ToolRuntime)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runtime.store.put(("users",), "demo_ops", {"facts": [...]})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return "Saved..."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create_agent(..., checkpointer=InMemorySaver(), store=InMemoryStore())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Demo 3 map — facts across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demo_3_longterm_entity_memory.py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DAY 1 (thread day-1): Sam introduces himself — tools save facts to the store.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DAY 2 (new thread day-2): checkpointer is empty — recall tool still finds Sam.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DAY 3 (new thread day-3): preference for short answers still applied.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Verbose prints show which tool fired — same L5 visibility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When to use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Photograph this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44168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IF YOU NEED…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2120" y="1280160"/>
            <a:ext cx="59436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44168"/>
            <a:ext cx="5779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0292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Remember turns in ONE chat / ticket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645920"/>
            <a:ext cx="5943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41848" y="171907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checkpointer + same thread_id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888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68880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54203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Long chat filling the context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2468880"/>
            <a:ext cx="5943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254203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+ SummarizationMiddleware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91840"/>
            <a:ext cx="50292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91840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36499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Remember facts across NEW chats /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3291840"/>
            <a:ext cx="5943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1848" y="336499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store + remember/recall 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114800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18795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Classroom only / process exits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4114800"/>
            <a:ext cx="5943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41848" y="418795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InMemorySaver / InMemoryStore is fine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Demo map — three short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Each demo teaches one idea. Keep ASCII prints readable.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44168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280160"/>
            <a:ext cx="530352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344168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280160"/>
            <a:ext cx="448056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344168"/>
            <a:ext cx="4315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YOU LEARN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3716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19072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645920"/>
            <a:ext cx="530352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171907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demo_1_short_term_memory.py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645920"/>
            <a:ext cx="448056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171907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Forget vs remember + thread_id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1371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633472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560320"/>
            <a:ext cx="5303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8528" y="263347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demo_2_summarization_middleware.py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2560320"/>
            <a:ext cx="4480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63347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Compress a long planning chat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13716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547872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3474720"/>
            <a:ext cx="530352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38528" y="354787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demo_3_longterm_entity_memory.py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3474720"/>
            <a:ext cx="448056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354787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Sticky facts across new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Common beginner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Read before you run 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1. Forgetting thread_id — checkpointer alone does nothing useful without it.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2. Expecting short-term memory to survive a new thread_id — it will not.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3. Using tiny classroom trigger values in production — use larger / token-based triggers.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4. Confusing store with RAG — this lecture has no vector search.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5. Thinking InMemory* survives a reboot — it does not (RAM only).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Cheat sheet — photograph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Four lines that cover the lecture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4297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61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Short-term (this ticket)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create_agent(..., checkpointer=InMemorySaver())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invoke(..., {"configurable": {"thread_id": "ticket-42"}})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Long chat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middleware=[SummarizationMiddleware(model=llm, trigger=..., keep=...)]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Long-term (across days)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create_agent(..., checkpointer=..., store=InMemoryStore())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+ remember/recall tools using ToolRuntime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Looking ahead — Lecture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Memory keeps context. Next we fix the answer SHAPE.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Today: the agent can remember — but answers are still free-text paragraphs.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Lecture 7: structured output — fill a form (Pydantic schema), not a letter.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Bridge line: L4 chain → L5 tools → L6 memory → L7 typed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754880"/>
            <a:ext cx="10972800" cy="1005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89204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Same create_agent — next week we add response_format=YourSchema so result["structured_response"] is a typed object.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L5 create_agent forgets. L6 adds memory knobs — same agent API.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Short-term: checkpointer + thread_id (this ticket's chat).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Long chats: SummarizationMiddleware compresses old turns.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Long-term: store + tools (sticky facts across new thread_ids).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InMemory* is classroom-friendly RAM — durable stores come later.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Next: Lecture 7 — answers as typed forms, not paragraphs.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Same create_agent as Lecture 5 — today it remembers which ticket (and which person) you are talking about.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